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904689f4074212" /><Relationship Type="http://schemas.openxmlformats.org/officeDocument/2006/relationships/extended-properties" Target="/docProps/app.xml" Id="Ref9065edd2824ce8" /><Relationship Type="http://schemas.openxmlformats.org/officeDocument/2006/relationships/officeDocument" Target="/ppt/presentation.xml" Id="R123c8852088642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315168bc044dee"/>
  </p:sldMasterIdLst>
  <p:notesMasterIdLst>
    <p:notesMasterId xmlns:r="http://schemas.openxmlformats.org/officeDocument/2006/relationships" r:id="R20869785f4de4070"/>
  </p:notesMasterIdLst>
  <p:sldIdLst>
    <p:sldId xmlns:r="http://schemas.openxmlformats.org/officeDocument/2006/relationships" id="256" r:id="R46d7dad0dc7c41c8"/>
    <p:sldId xmlns:r="http://schemas.openxmlformats.org/officeDocument/2006/relationships" id="257" r:id="R0f0138e3e6c142ca"/>
    <p:sldId xmlns:r="http://schemas.openxmlformats.org/officeDocument/2006/relationships" id="258" r:id="Rfcfc96df1fda4a1f"/>
    <p:sldId xmlns:r="http://schemas.openxmlformats.org/officeDocument/2006/relationships" id="259" r:id="R6e02505c84f3424c"/>
    <p:sldId xmlns:r="http://schemas.openxmlformats.org/officeDocument/2006/relationships" id="260" r:id="R3b146202d6b74ddb"/>
    <p:sldId xmlns:r="http://schemas.openxmlformats.org/officeDocument/2006/relationships" id="261" r:id="Ra340efd09019442b"/>
    <p:sldId xmlns:r="http://schemas.openxmlformats.org/officeDocument/2006/relationships" id="262" r:id="R8da1fa2253d047a3"/>
    <p:sldId xmlns:r="http://schemas.openxmlformats.org/officeDocument/2006/relationships" id="283" r:id="Ref47e8f637a343d9"/>
    <p:sldId xmlns:r="http://schemas.openxmlformats.org/officeDocument/2006/relationships" id="263" r:id="R4dfb3604c6d9404a"/>
    <p:sldId xmlns:r="http://schemas.openxmlformats.org/officeDocument/2006/relationships" id="264" r:id="Rc3c5c7a73fb846af"/>
    <p:sldId xmlns:r="http://schemas.openxmlformats.org/officeDocument/2006/relationships" id="265" r:id="Rd0cd41d1595c4b51"/>
    <p:sldId xmlns:r="http://schemas.openxmlformats.org/officeDocument/2006/relationships" id="284" r:id="Ra05a0d5b2da3450e"/>
    <p:sldId xmlns:r="http://schemas.openxmlformats.org/officeDocument/2006/relationships" id="266" r:id="R961ba77553174c3f"/>
    <p:sldId xmlns:r="http://schemas.openxmlformats.org/officeDocument/2006/relationships" id="267" r:id="Rc21b9061ac60496d"/>
    <p:sldId xmlns:r="http://schemas.openxmlformats.org/officeDocument/2006/relationships" id="285" r:id="R5ea63f70e50c4902"/>
    <p:sldId xmlns:r="http://schemas.openxmlformats.org/officeDocument/2006/relationships" id="268" r:id="R851b22f186da407d"/>
    <p:sldId xmlns:r="http://schemas.openxmlformats.org/officeDocument/2006/relationships" id="269" r:id="R27268d1e86fb4db9"/>
    <p:sldId xmlns:r="http://schemas.openxmlformats.org/officeDocument/2006/relationships" id="270" r:id="R4834e3ff3d3042db"/>
    <p:sldId xmlns:r="http://schemas.openxmlformats.org/officeDocument/2006/relationships" id="286" r:id="Rd4eb0f668adb447d"/>
    <p:sldId xmlns:r="http://schemas.openxmlformats.org/officeDocument/2006/relationships" id="271" r:id="R8396475e9f84490b"/>
    <p:sldId xmlns:r="http://schemas.openxmlformats.org/officeDocument/2006/relationships" id="272" r:id="R3835322e6a9b4e80"/>
    <p:sldId xmlns:r="http://schemas.openxmlformats.org/officeDocument/2006/relationships" id="273" r:id="R767a413ddaec459c"/>
    <p:sldId xmlns:r="http://schemas.openxmlformats.org/officeDocument/2006/relationships" id="274" r:id="R2923698b664e42ef"/>
    <p:sldId xmlns:r="http://schemas.openxmlformats.org/officeDocument/2006/relationships" id="275" r:id="Rce858f5b102b4d18"/>
    <p:sldId xmlns:r="http://schemas.openxmlformats.org/officeDocument/2006/relationships" id="287" r:id="Ra723991171aa48e9"/>
    <p:sldId xmlns:r="http://schemas.openxmlformats.org/officeDocument/2006/relationships" id="276" r:id="Rd921491cdd6c4a1f"/>
    <p:sldId xmlns:r="http://schemas.openxmlformats.org/officeDocument/2006/relationships" id="277" r:id="R353e353f231d405e"/>
    <p:sldId xmlns:r="http://schemas.openxmlformats.org/officeDocument/2006/relationships" id="278" r:id="R752891583fa34f2d"/>
    <p:sldId xmlns:r="http://schemas.openxmlformats.org/officeDocument/2006/relationships" id="279" r:id="R1627a6d50bc54bb4"/>
    <p:sldId xmlns:r="http://schemas.openxmlformats.org/officeDocument/2006/relationships" id="280" r:id="R44711633e3c24f1d"/>
    <p:sldId xmlns:r="http://schemas.openxmlformats.org/officeDocument/2006/relationships" id="281" r:id="R93e5f54779c04c57"/>
    <p:sldId xmlns:r="http://schemas.openxmlformats.org/officeDocument/2006/relationships" id="282" r:id="R3fb35d57e73f43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72315168bc044dee"/><Relationship Type="http://schemas.openxmlformats.org/officeDocument/2006/relationships/theme" Target="/ppt/theme/theme1.xml" Id="R9b60c9a8532f4b08"/><Relationship Type="http://schemas.openxmlformats.org/officeDocument/2006/relationships/notesMaster" Target="/ppt/notesMasters/notesMaster1.xml" Id="R20869785f4de4070"/><Relationship Type="http://schemas.openxmlformats.org/officeDocument/2006/relationships/presProps" Target="/ppt/presProps.xml" Id="R201f69f8f9a349dc"/><Relationship Type="http://schemas.openxmlformats.org/officeDocument/2006/relationships/viewProps" Target="/ppt/viewProps.xml" Id="R4d341214f0c54170"/><Relationship Type="http://schemas.openxmlformats.org/officeDocument/2006/relationships/tableStyles" Target="/ppt/tableStyles.xml" Id="R091fe15c72334ff2"/><Relationship Type="http://schemas.openxmlformats.org/officeDocument/2006/relationships/slide" Target="/ppt/slides/slide1.xml" Id="R46d7dad0dc7c41c8"/><Relationship Type="http://schemas.openxmlformats.org/officeDocument/2006/relationships/slide" Target="/ppt/slides/slide2.xml" Id="R0f0138e3e6c142ca"/><Relationship Type="http://schemas.openxmlformats.org/officeDocument/2006/relationships/slide" Target="/ppt/slides/slide3.xml" Id="Rfcfc96df1fda4a1f"/><Relationship Type="http://schemas.openxmlformats.org/officeDocument/2006/relationships/slide" Target="/ppt/slides/slide4.xml" Id="R6e02505c84f3424c"/><Relationship Type="http://schemas.openxmlformats.org/officeDocument/2006/relationships/slide" Target="/ppt/slides/slide5.xml" Id="R3b146202d6b74ddb"/><Relationship Type="http://schemas.openxmlformats.org/officeDocument/2006/relationships/slide" Target="/ppt/slides/slide6.xml" Id="Ra340efd09019442b"/><Relationship Type="http://schemas.openxmlformats.org/officeDocument/2006/relationships/slide" Target="/ppt/slides/slide7.xml" Id="R8da1fa2253d047a3"/><Relationship Type="http://schemas.openxmlformats.org/officeDocument/2006/relationships/slide" Target="/ppt/slides/slide8.xml" Id="R4dfb3604c6d9404a"/><Relationship Type="http://schemas.openxmlformats.org/officeDocument/2006/relationships/slide" Target="/ppt/slides/slide9.xml" Id="Rc3c5c7a73fb846af"/><Relationship Type="http://schemas.openxmlformats.org/officeDocument/2006/relationships/slide" Target="/ppt/slides/slide10.xml" Id="Rd0cd41d1595c4b51"/><Relationship Type="http://schemas.openxmlformats.org/officeDocument/2006/relationships/slide" Target="/ppt/slides/slide11.xml" Id="R961ba77553174c3f"/><Relationship Type="http://schemas.openxmlformats.org/officeDocument/2006/relationships/slide" Target="/ppt/slides/slide12.xml" Id="Rc21b9061ac60496d"/><Relationship Type="http://schemas.openxmlformats.org/officeDocument/2006/relationships/slide" Target="/ppt/slides/slide13.xml" Id="R851b22f186da407d"/><Relationship Type="http://schemas.openxmlformats.org/officeDocument/2006/relationships/slide" Target="/ppt/slides/slide14.xml" Id="R27268d1e86fb4db9"/><Relationship Type="http://schemas.openxmlformats.org/officeDocument/2006/relationships/slide" Target="/ppt/slides/slide15.xml" Id="R4834e3ff3d3042db"/><Relationship Type="http://schemas.openxmlformats.org/officeDocument/2006/relationships/slide" Target="/ppt/slides/slide16.xml" Id="R8396475e9f84490b"/><Relationship Type="http://schemas.openxmlformats.org/officeDocument/2006/relationships/slide" Target="/ppt/slides/slide17.xml" Id="R3835322e6a9b4e80"/><Relationship Type="http://schemas.openxmlformats.org/officeDocument/2006/relationships/slide" Target="/ppt/slides/slide18.xml" Id="R767a413ddaec459c"/><Relationship Type="http://schemas.openxmlformats.org/officeDocument/2006/relationships/slide" Target="/ppt/slides/slide19.xml" Id="R2923698b664e42ef"/><Relationship Type="http://schemas.openxmlformats.org/officeDocument/2006/relationships/slide" Target="/ppt/slides/slide20.xml" Id="Rce858f5b102b4d18"/><Relationship Type="http://schemas.openxmlformats.org/officeDocument/2006/relationships/slide" Target="/ppt/slides/slide21.xml" Id="Rd921491cdd6c4a1f"/><Relationship Type="http://schemas.openxmlformats.org/officeDocument/2006/relationships/slide" Target="/ppt/slides/slide22.xml" Id="R353e353f231d405e"/><Relationship Type="http://schemas.openxmlformats.org/officeDocument/2006/relationships/slide" Target="/ppt/slides/slide23.xml" Id="R752891583fa34f2d"/><Relationship Type="http://schemas.openxmlformats.org/officeDocument/2006/relationships/slide" Target="/ppt/slides/slide24.xml" Id="R1627a6d50bc54bb4"/><Relationship Type="http://schemas.openxmlformats.org/officeDocument/2006/relationships/slide" Target="/ppt/slides/slide25.xml" Id="R44711633e3c24f1d"/><Relationship Type="http://schemas.openxmlformats.org/officeDocument/2006/relationships/slide" Target="/ppt/slides/slide26.xml" Id="R93e5f54779c04c57"/><Relationship Type="http://schemas.openxmlformats.org/officeDocument/2006/relationships/slide" Target="/ppt/slides/slide27.xml" Id="R3fb35d57e73f43a0"/><Relationship Type="http://schemas.openxmlformats.org/officeDocument/2006/relationships/slide" Target="/ppt/slides/slide28.xml" Id="Ref47e8f637a343d9"/><Relationship Type="http://schemas.openxmlformats.org/officeDocument/2006/relationships/slide" Target="/ppt/slides/slide29.xml" Id="Ra05a0d5b2da3450e"/><Relationship Type="http://schemas.openxmlformats.org/officeDocument/2006/relationships/slide" Target="/ppt/slides/slide30.xml" Id="R5ea63f70e50c4902"/><Relationship Type="http://schemas.openxmlformats.org/officeDocument/2006/relationships/slide" Target="/ppt/slides/slide31.xml" Id="Rd4eb0f668adb447d"/><Relationship Type="http://schemas.openxmlformats.org/officeDocument/2006/relationships/slide" Target="/ppt/slides/slide32.xml" Id="Ra723991171aa48e9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070ecea979041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b0c0613fb04259" /><Relationship Type="http://schemas.openxmlformats.org/officeDocument/2006/relationships/notesMaster" Target="/ppt/notesMasters/notesMaster1.xml" Id="R0bb3592ae9fe40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948492bcb74b23" /><Relationship Type="http://schemas.openxmlformats.org/officeDocument/2006/relationships/notesMaster" Target="/ppt/notesMasters/notesMaster1.xml" Id="R56030b4539fd47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c8b88b9c2a4c4a" /><Relationship Type="http://schemas.openxmlformats.org/officeDocument/2006/relationships/notesMaster" Target="/ppt/notesMasters/notesMaster1.xml" Id="Rfac1a5a96ff34d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91eb9199e745bd" /><Relationship Type="http://schemas.openxmlformats.org/officeDocument/2006/relationships/notesMaster" Target="/ppt/notesMasters/notesMaster1.xml" Id="R129a9666e95c4a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622c4a4ee14bab" /><Relationship Type="http://schemas.openxmlformats.org/officeDocument/2006/relationships/notesMaster" Target="/ppt/notesMasters/notesMaster1.xml" Id="R423dfda9bafb47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cee74a67ae4a52" /><Relationship Type="http://schemas.openxmlformats.org/officeDocument/2006/relationships/notesMaster" Target="/ppt/notesMasters/notesMaster1.xml" Id="Rf8ed6d2c875147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ee10beb4a5493f" /><Relationship Type="http://schemas.openxmlformats.org/officeDocument/2006/relationships/notesMaster" Target="/ppt/notesMasters/notesMaster1.xml" Id="Ra45b5842224a43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62cf481c134953" /><Relationship Type="http://schemas.openxmlformats.org/officeDocument/2006/relationships/notesMaster" Target="/ppt/notesMasters/notesMaster1.xml" Id="R8e7f104257344a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e8e869b1f8406c" /><Relationship Type="http://schemas.openxmlformats.org/officeDocument/2006/relationships/notesMaster" Target="/ppt/notesMasters/notesMaster1.xml" Id="Rf935ad2f23b94f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3b3810b52a4d82" /><Relationship Type="http://schemas.openxmlformats.org/officeDocument/2006/relationships/notesMaster" Target="/ppt/notesMasters/notesMaster1.xml" Id="R267626dfa8c64e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9f79750b5ee4ad4" /><Relationship Type="http://schemas.openxmlformats.org/officeDocument/2006/relationships/notesMaster" Target="/ppt/notesMasters/notesMaster1.xml" Id="R440990ea1c5d4f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e3fc9157cf47d1" /><Relationship Type="http://schemas.openxmlformats.org/officeDocument/2006/relationships/notesMaster" Target="/ppt/notesMasters/notesMaster1.xml" Id="R0a943b38c64745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98e9a1aee243d6" /><Relationship Type="http://schemas.openxmlformats.org/officeDocument/2006/relationships/notesMaster" Target="/ppt/notesMasters/notesMaster1.xml" Id="R245c3c69ad4847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520f8d773342a8" /><Relationship Type="http://schemas.openxmlformats.org/officeDocument/2006/relationships/notesMaster" Target="/ppt/notesMasters/notesMaster1.xml" Id="R03a6e723168a42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cf6481790e44a3" /><Relationship Type="http://schemas.openxmlformats.org/officeDocument/2006/relationships/notesMaster" Target="/ppt/notesMasters/notesMaster1.xml" Id="R9e3a767d405b4dd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ef6ed8e50a84679" /><Relationship Type="http://schemas.openxmlformats.org/officeDocument/2006/relationships/notesMaster" Target="/ppt/notesMasters/notesMaster1.xml" Id="R28ab9d92e2a3468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9539422ed0e4582" /><Relationship Type="http://schemas.openxmlformats.org/officeDocument/2006/relationships/notesMaster" Target="/ppt/notesMasters/notesMaster1.xml" Id="R53ee3e3d31df429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1f873002f9f43b7" /><Relationship Type="http://schemas.openxmlformats.org/officeDocument/2006/relationships/notesMaster" Target="/ppt/notesMasters/notesMaster1.xml" Id="Rf51ba8ac953b425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d678f47c5fb4dc8" /><Relationship Type="http://schemas.openxmlformats.org/officeDocument/2006/relationships/notesMaster" Target="/ppt/notesMasters/notesMaster1.xml" Id="R933a15e85845463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78f004c84a84cc7" /><Relationship Type="http://schemas.openxmlformats.org/officeDocument/2006/relationships/notesMaster" Target="/ppt/notesMasters/notesMaster1.xml" Id="R99def39deb75486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c268da25a074cf4" /><Relationship Type="http://schemas.openxmlformats.org/officeDocument/2006/relationships/notesMaster" Target="/ppt/notesMasters/notesMaster1.xml" Id="R6e54c1cc7635487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9629adcfa99409d" /><Relationship Type="http://schemas.openxmlformats.org/officeDocument/2006/relationships/notesMaster" Target="/ppt/notesMasters/notesMaster1.xml" Id="R8606475d33f74a7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caa43a9c7ca44fb" /><Relationship Type="http://schemas.openxmlformats.org/officeDocument/2006/relationships/notesMaster" Target="/ppt/notesMasters/notesMaster1.xml" Id="Ra6e79b27ac22458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27501feb29d4cb4" /><Relationship Type="http://schemas.openxmlformats.org/officeDocument/2006/relationships/notesMaster" Target="/ppt/notesMasters/notesMaster1.xml" Id="Ra4113d355e694a7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ffccf62ee624685" /><Relationship Type="http://schemas.openxmlformats.org/officeDocument/2006/relationships/notesMaster" Target="/ppt/notesMasters/notesMaster1.xml" Id="Rcc8fdd164c9f428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1496982e9b14df5" /><Relationship Type="http://schemas.openxmlformats.org/officeDocument/2006/relationships/notesMaster" Target="/ppt/notesMasters/notesMaster1.xml" Id="R806e1088ff5a4c7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e808948d1b3477a" /><Relationship Type="http://schemas.openxmlformats.org/officeDocument/2006/relationships/notesMaster" Target="/ppt/notesMasters/notesMaster1.xml" Id="R2541de241b054fc6" /></Relationships>
</file>

<file path=ppt/notesSlides/_rels/notesSlide28.xml.rels><?xml version='1.0' encoding='utf-8'?>
<Relationships xmlns="http://schemas.openxmlformats.org/package/2006/relationships"><Relationship Type="http://schemas.openxmlformats.org/officeDocument/2006/relationships/slide" Target="/ppt/slides/slide28.xml" Id="R0f622c4a4ee14bab"/><Relationship Type="http://schemas.openxmlformats.org/officeDocument/2006/relationships/notesMaster" Target="/ppt/notesMasters/notesMaster1.xml" Id="R423dfda9bafb472a"/></Relationships>
</file>

<file path=ppt/notesSlides/_rels/notesSlide29.xml.rels><?xml version='1.0' encoding='utf-8'?>
<Relationships xmlns="http://schemas.openxmlformats.org/package/2006/relationships"><Relationship Type="http://schemas.openxmlformats.org/officeDocument/2006/relationships/slide" Target="/ppt/slides/slide29.xml" Id="R0f622c4a4ee14bab"/><Relationship Type="http://schemas.openxmlformats.org/officeDocument/2006/relationships/notesMaster" Target="/ppt/notesMasters/notesMaster1.xml" Id="R423dfda9bafb472a"/></Relationships>
</file>

<file path=ppt/notesSlides/_rels/notesSlide30.xml.rels><?xml version='1.0' encoding='utf-8'?>
<Relationships xmlns="http://schemas.openxmlformats.org/package/2006/relationships"><Relationship Type="http://schemas.openxmlformats.org/officeDocument/2006/relationships/slide" Target="/ppt/slides/slide30.xml" Id="Rbfe3fc9157cf47d1"/><Relationship Type="http://schemas.openxmlformats.org/officeDocument/2006/relationships/notesMaster" Target="/ppt/notesMasters/notesMaster1.xml" Id="R0a943b38c64745bb"/></Relationships>
</file>

<file path=ppt/notesSlides/_rels/notesSlide31.xml.rels><?xml version='1.0' encoding='utf-8'?>
<Relationships xmlns="http://schemas.openxmlformats.org/package/2006/relationships"><Relationship Type="http://schemas.openxmlformats.org/officeDocument/2006/relationships/slide" Target="/ppt/slides/slide31.xml" Id="R7acf6481790e44a3"/><Relationship Type="http://schemas.openxmlformats.org/officeDocument/2006/relationships/notesMaster" Target="/ppt/notesMasters/notesMaster1.xml" Id="R9e3a767d405b4ddb"/></Relationships>
</file>

<file path=ppt/notesSlides/_rels/notesSlide32.xml.rels><?xml version='1.0' encoding='utf-8'?>
<Relationships xmlns="http://schemas.openxmlformats.org/package/2006/relationships"><Relationship Type="http://schemas.openxmlformats.org/officeDocument/2006/relationships/slide" Target="/ppt/slides/slide32.xml" Id="R3f3b3810b52a4d82"/><Relationship Type="http://schemas.openxmlformats.org/officeDocument/2006/relationships/notesMaster" Target="/ppt/notesMasters/notesMaster1.xml" Id="R267626dfa8c64e5f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7fa4ff1e6462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fbb9d19e47e48de" /><Relationship Type="http://schemas.openxmlformats.org/officeDocument/2006/relationships/slideLayout" Target="/ppt/slideLayouts/slideLayout2.xml" Id="R5d4c349e905748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4c349e905748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f13310ebdd49c5" /><Relationship Type="http://schemas.openxmlformats.org/officeDocument/2006/relationships/image" Target="/ppt/media/image.png" Id="R210cc1d57d644e55" /><Relationship Type="http://schemas.openxmlformats.org/officeDocument/2006/relationships/image" Target="/ppt/media/image.svg" Id="Ra288739b8d48483a" /><Relationship Type="http://schemas.openxmlformats.org/officeDocument/2006/relationships/notesSlide" Target="/ppt/notesSlides/notesSlide1.xml" Id="R79c3295c8df540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04bef66522408b" /><Relationship Type="http://schemas.openxmlformats.org/officeDocument/2006/relationships/notesSlide" Target="/ppt/notesSlides/notesSlide2.xml" Id="R566093989c2d4d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92830568f14781" /><Relationship Type="http://schemas.openxmlformats.org/officeDocument/2006/relationships/notesSlide" Target="/ppt/notesSlides/notesSlide3.xml" Id="Rc4592a24b7d649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12c4e981124bbb" /><Relationship Type="http://schemas.openxmlformats.org/officeDocument/2006/relationships/notesSlide" Target="/ppt/notesSlides/notesSlide4.xml" Id="R3234702396ef45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efdcea8c3549bf" /><Relationship Type="http://schemas.openxmlformats.org/officeDocument/2006/relationships/notesSlide" Target="/ppt/notesSlides/notesSlide5.xml" Id="R9b131455906241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56555926394c87" /><Relationship Type="http://schemas.openxmlformats.org/officeDocument/2006/relationships/notesSlide" Target="/ppt/notesSlides/notesSlide6.xml" Id="R422d8cdd4d3b44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5a3a57cff04635" /><Relationship Type="http://schemas.openxmlformats.org/officeDocument/2006/relationships/notesSlide" Target="/ppt/notesSlides/notesSlide7.xml" Id="R585ea5261aea41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b1b44906b24f29" /><Relationship Type="http://schemas.openxmlformats.org/officeDocument/2006/relationships/notesSlide" Target="/ppt/notesSlides/notesSlide8.xml" Id="Rc3e8c9ee332841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03b0ba55e34ece" /><Relationship Type="http://schemas.openxmlformats.org/officeDocument/2006/relationships/notesSlide" Target="/ppt/notesSlides/notesSlide9.xml" Id="R48efc691e9be49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9374fb2d564810" /><Relationship Type="http://schemas.openxmlformats.org/officeDocument/2006/relationships/notesSlide" Target="/ppt/notesSlides/notesSlide10.xml" Id="R66dda3c1930b43a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ea784b257d4a11" /><Relationship Type="http://schemas.openxmlformats.org/officeDocument/2006/relationships/notesSlide" Target="/ppt/notesSlides/notesSlide11.xml" Id="R303cb9d5f6294f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55862cce16440b" /><Relationship Type="http://schemas.openxmlformats.org/officeDocument/2006/relationships/notesSlide" Target="/ppt/notesSlides/notesSlide12.xml" Id="R954e30c548934c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05162cf5304e34" /><Relationship Type="http://schemas.openxmlformats.org/officeDocument/2006/relationships/notesSlide" Target="/ppt/notesSlides/notesSlide13.xml" Id="R72bb125c4b8d44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0ec6b116e547ec" /><Relationship Type="http://schemas.openxmlformats.org/officeDocument/2006/relationships/notesSlide" Target="/ppt/notesSlides/notesSlide14.xml" Id="R0025b2b3f75344a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5464c7f8404a59" /><Relationship Type="http://schemas.openxmlformats.org/officeDocument/2006/relationships/notesSlide" Target="/ppt/notesSlides/notesSlide15.xml" Id="R59fa4b4470b74ca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73d7c9da664bf0" /><Relationship Type="http://schemas.openxmlformats.org/officeDocument/2006/relationships/notesSlide" Target="/ppt/notesSlides/notesSlide16.xml" Id="R57c3a7b88a8d46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122d2d7434486e" /><Relationship Type="http://schemas.openxmlformats.org/officeDocument/2006/relationships/notesSlide" Target="/ppt/notesSlides/notesSlide17.xml" Id="R47812c1a3f25473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cb54da2c384a99" /><Relationship Type="http://schemas.openxmlformats.org/officeDocument/2006/relationships/notesSlide" Target="/ppt/notesSlides/notesSlide18.xml" Id="R5f8e9d78dc4f4bb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1d23cddea34433" /><Relationship Type="http://schemas.openxmlformats.org/officeDocument/2006/relationships/notesSlide" Target="/ppt/notesSlides/notesSlide19.xml" Id="Rfabd4f156d6b495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623dee19104077" /><Relationship Type="http://schemas.openxmlformats.org/officeDocument/2006/relationships/notesSlide" Target="/ppt/notesSlides/notesSlide20.xml" Id="R9c2283fb2ed44c7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63f61bb44445fe" /><Relationship Type="http://schemas.openxmlformats.org/officeDocument/2006/relationships/notesSlide" Target="/ppt/notesSlides/notesSlide21.xml" Id="Rea5124d0b837419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132bc69f774e68" /><Relationship Type="http://schemas.openxmlformats.org/officeDocument/2006/relationships/notesSlide" Target="/ppt/notesSlides/notesSlide22.xml" Id="Rba642f11a67d470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4b5084e08a48b2" /><Relationship Type="http://schemas.openxmlformats.org/officeDocument/2006/relationships/notesSlide" Target="/ppt/notesSlides/notesSlide23.xml" Id="R70778fcf98c743b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7aeb4440e546a0" /><Relationship Type="http://schemas.openxmlformats.org/officeDocument/2006/relationships/notesSlide" Target="/ppt/notesSlides/notesSlide24.xml" Id="Rf695bd52675b4ac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c35d332aee4334" /><Relationship Type="http://schemas.openxmlformats.org/officeDocument/2006/relationships/notesSlide" Target="/ppt/notesSlides/notesSlide25.xml" Id="R6fef6d605d5344e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4261c04acb4a4c" /><Relationship Type="http://schemas.openxmlformats.org/officeDocument/2006/relationships/notesSlide" Target="/ppt/notesSlides/notesSlide26.xml" Id="R937daf7229c2446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c3a655bafd416d" /><Relationship Type="http://schemas.openxmlformats.org/officeDocument/2006/relationships/notesSlide" Target="/ppt/notesSlides/notesSlide27.xml" Id="Rbc5e0a4fe9f9401a" /></Relationships>
</file>

<file path=ppt/slides/_rels/slide28.xml.rels><?xml version='1.0' encoding='utf-8'?>
<Relationships xmlns="http://schemas.openxmlformats.org/package/2006/relationships"><Relationship Type="http://schemas.openxmlformats.org/officeDocument/2006/relationships/slideLayout" Target="/ppt/slideLayouts/slideLayout2.xml" Id="R58efdcea8c3549bf"/><Relationship Type="http://schemas.openxmlformats.org/officeDocument/2006/relationships/notesSlide" Target="/ppt/notesSlides/notesSlide28.xml" Id="R9b13145590624161"/></Relationships>
</file>

<file path=ppt/slides/_rels/slide29.xml.rels><?xml version='1.0' encoding='utf-8'?>
<Relationships xmlns="http://schemas.openxmlformats.org/package/2006/relationships"><Relationship Type="http://schemas.openxmlformats.org/officeDocument/2006/relationships/slideLayout" Target="/ppt/slideLayouts/slideLayout2.xml" Id="R58efdcea8c3549bf"/><Relationship Type="http://schemas.openxmlformats.org/officeDocument/2006/relationships/notesSlide" Target="/ppt/notesSlides/notesSlide29.xml" Id="R9b13145590624161"/></Relationships>
</file>

<file path=ppt/slides/_rels/slide30.xml.rels><?xml version='1.0' encoding='utf-8'?>
<Relationships xmlns="http://schemas.openxmlformats.org/package/2006/relationships"><Relationship Type="http://schemas.openxmlformats.org/officeDocument/2006/relationships/slideLayout" Target="/ppt/slideLayouts/slideLayout2.xml" Id="Rde55862cce16440b"/><Relationship Type="http://schemas.openxmlformats.org/officeDocument/2006/relationships/notesSlide" Target="/ppt/notesSlides/notesSlide30.xml" Id="R954e30c548934c70"/></Relationships>
</file>

<file path=ppt/slides/_rels/slide31.xml.rels><?xml version='1.0' encoding='utf-8'?>
<Relationships xmlns="http://schemas.openxmlformats.org/package/2006/relationships"><Relationship Type="http://schemas.openxmlformats.org/officeDocument/2006/relationships/slideLayout" Target="/ppt/slideLayouts/slideLayout2.xml" Id="Re55464c7f8404a59"/><Relationship Type="http://schemas.openxmlformats.org/officeDocument/2006/relationships/notesSlide" Target="/ppt/notesSlides/notesSlide31.xml" Id="R59fa4b4470b74ca3"/></Relationships>
</file>

<file path=ppt/slides/_rels/slide32.xml.rels><?xml version='1.0' encoding='utf-8'?>
<Relationships xmlns="http://schemas.openxmlformats.org/package/2006/relationships"><Relationship Type="http://schemas.openxmlformats.org/officeDocument/2006/relationships/slideLayout" Target="/ppt/slideLayouts/slideLayout2.xml" Id="R6c9374fb2d564810"/><Relationship Type="http://schemas.openxmlformats.org/officeDocument/2006/relationships/notesSlide" Target="/ppt/notesSlides/notesSlide32.xml" Id="R66dda3c1930b43ab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E09F7E-AAF1-4BD8-A210-F31A5CD1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DAF71-B386-43C9-87E9-7E75D313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6B0F3-EFA6-49F4-B8E5-8E4D0B20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0F7D0-FD57-4F9A-A25D-66253A18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课文3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8E580-AF63-46B0-B990-018912F6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971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纪念伏尔泰逝世一百周年的演说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9B07D-06FA-4F3F-9261-3791A9F2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895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两周五课时学习：读懂、读深、会写、会用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7CD7F-9EAD-4084-B794-E4BD9518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FCC0D-A44B-44A7-BD1A-B2E5EB61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课文3｜十年级中文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cc1d57d644e55">
            <a:extLst>
              <a:ext uri="{96DAC541-7B7A-43D3-8B79-37D633B846F1}">
                <asvg:svgBlip xmlns:asvg="http://schemas.microsoft.com/office/drawing/2016/SVG/main" r:embed="Ra288739b8d4848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10750" y="4286250"/>
            <a:ext cx="1047750" cy="104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427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FCEFE4-E6E4-417B-B63C-AC455A7E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87CE9-A846-4B66-AAA6-BB6B2CE7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E326D-D557-4B70-A800-E964AA92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C42DC-5A1F-43D6-810A-816E02AB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总体路线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1CC8D-02BB-4A1A-9F12-C35B8CBE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这五节课，我们完成四件事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FFEFC-6835-4A5A-B2B2-B41764FB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09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19050">
            <a:solidFill>
              <a:srgbClr val="275E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362C4-3534-4A09-A9B2-DB7B4FDA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读懂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5C4DB-C87A-499B-A1B7-5EFEFA2E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1676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人物、事件、代价、意义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BA272-551C-4BC4-B44E-CEA7B847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209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8E0BF-8EF7-4489-BDF9-8B772094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622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读深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78007A-343E-46F5-99D4-B9135320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71850"/>
            <a:ext cx="1676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语言气势与修辞力量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C9823-0B87-43F7-A221-E0B178D2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209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9AF24-29FA-4A8A-8749-F73146DF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会写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FC7F2-DAA0-446E-9662-A0363201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71850"/>
            <a:ext cx="1676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论点、论据、论证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0AD82-E126-4A78-B1D2-2B7A50AC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76500"/>
            <a:ext cx="209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286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2F4D0F-0925-4E79-B8B2-27A2E06F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622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2862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C2862B"/>
                </a:solidFill>
                <a:latin typeface="PingFang SC"/>
                <a:ea typeface="PingFang SC"/>
                <a:cs typeface="PingFang SC"/>
              </a:rPr>
              <a:t>会用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FCC6D-08F2-457A-BE92-18AB6FCA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71850"/>
            <a:ext cx="1676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把思想自由连接到今天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839BC-7AB0-4B8D-8F11-233FD769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149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目标：不仅读懂雨果在说什么，也能学会怎样有理有力地表达。</a:t>
            </a:r>
          </a:p>
        </p:txBody>
      </p:sp>
    </p:spTree>
    <p:extLst>
      <p:ext uri="{BB962C8B-B14F-4D97-AF65-F5344CB8AC3E}">
        <p14:creationId xmlns:p14="http://schemas.microsoft.com/office/powerpoint/2010/main" val="5591561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60E8C6-32F1-4ED7-8071-21360558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EAB5E-DA35-4679-9B79-1A0E7EBA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16A94-AA6C-4A67-9702-7B48C809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1AD8B-7C5E-4841-B437-C4CFA438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430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第一课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33ED0-4901-4367-8022-5E3D5943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914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读懂课文：建立基础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F2A38-8B98-418D-A39A-88FB20BD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背景进入｜词汇扫清｜整体理解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B1299-A9BB-43EF-8DDB-1A1BB40B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19050">
            <a:solidFill>
              <a:srgbClr val="275E7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159988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CCB1D2-07B1-4C31-A501-BA70F448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06301-5B17-4713-AE53-2931BF72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7B974E-AFCD-4F68-821D-7DD8D877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D602E-27C7-4527-98DB-E4E9D7ED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导入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80646-0877-46DA-B5EE-BD21198E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你有没有说过一句太真实的话？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15409-323F-4FD4-B72E-FB54BDA2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结果惹了麻烦，还是让别人开始认真思考？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E8323-6060-4143-91AA-C85BCC19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86250"/>
            <a:ext cx="666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19050">
            <a:solidFill>
              <a:srgbClr val="275E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7B7D2-9E0B-4A70-AE35-1A354E3B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505325"/>
            <a:ext cx="6210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今天的关键词：说真话的代价</a:t>
            </a:r>
          </a:p>
        </p:txBody>
      </p:sp>
    </p:spTree>
    <p:extLst>
      <p:ext uri="{BB962C8B-B14F-4D97-AF65-F5344CB8AC3E}">
        <p14:creationId xmlns:p14="http://schemas.microsoft.com/office/powerpoint/2010/main" val="1132561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BDBA8D-5C6E-4D04-B298-A75BDAEB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97A5B-3C70-410D-AACD-CABED9DD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325B4-51D7-407A-8138-A0808C9B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F4169-EF63-4453-9AE4-54629298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词汇互测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ABDC8-B07E-4E83-8E7B-03328526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先圈出最容易卡住的词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4EACB-5ECD-421A-99AD-A2B46584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19050">
            <a:solidFill>
              <a:srgbClr val="275E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736E2-D0F4-434B-9ACE-7845D60B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43100"/>
            <a:ext cx="942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思想类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62D4B-F1D3-497A-B1A9-A473BC55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4310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睿智｜启蒙｜批判｜平衡｜公正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54061-7F5F-418F-B471-452CA389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FAE59-EE67-402F-8587-9A6BED77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942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态度类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C8898-FAA8-4D78-AC4E-AFA89F85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2415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肃然起敬｜轻蔑｜讽刺｜嘲笑｜宽恕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B5523-CC76-4921-87C2-EE4B22B1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19050">
            <a:solidFill>
              <a:srgbClr val="C286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65A6E-8853-4413-9FC5-5E571BCF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942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压迫类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C8A73-0506-4682-8603-1AE5987C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0520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专制｜暴虐｜虐待｜腐败｜污秽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6BF12-1DAB-43D2-8D35-6B57D3E8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6714B0-9B7D-41FE-B057-87CD392C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942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行动类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DD8B3D-E632-450B-AB21-CA1E5DCF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8625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揭露｜呐喊｜摧毁｜战胜｜照亮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FC511-74DB-4669-A874-102EEBD7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19050">
            <a:solidFill>
              <a:srgbClr val="547A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2205DC-DD94-457D-8B12-A85E317F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67300"/>
            <a:ext cx="942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历史类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FEC515-4537-4060-BEFA-528EF432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6730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纪念｜陨落｜诅咒｜祝福｜武器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E064F-96DC-433D-A7C4-09ED3D37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两人一组：会读、会解释、能放进句子里。不会的词先做标记。</a:t>
            </a:r>
          </a:p>
        </p:txBody>
      </p:sp>
    </p:spTree>
    <p:extLst>
      <p:ext uri="{BB962C8B-B14F-4D97-AF65-F5344CB8AC3E}">
        <p14:creationId xmlns:p14="http://schemas.microsoft.com/office/powerpoint/2010/main" val="21138350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80D558-1B2A-4CCA-A6C9-33FB97A7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236C4-0F25-4EF2-906D-EA989AD6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6A73B-471E-46BD-B826-B59E8A33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482E2-E57F-4300-B075-40917816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朗读时抓三件事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4A96C-C7E9-42C6-B424-77384D92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伏尔泰的一生，被雨果写成了三个问题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098F7-E3AF-451D-BDA5-7E4553CF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19050">
            <a:solidFill>
              <a:srgbClr val="275E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7D881-1152-4B6A-84FB-73F81AA7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717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58E67-4084-4197-BB18-0676A602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1336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他做了什么？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9BD7E-9909-49DB-95D5-4FBDB10A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71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19050">
            <a:solidFill>
              <a:srgbClr val="275E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DCCDC-FAEF-41F1-BC05-3BC2E539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523CB-08BA-4264-8CAD-2B3C5F76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099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他付出了什么？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62CC5-3CAA-4F52-946B-F8035566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48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19050">
            <a:solidFill>
              <a:srgbClr val="275E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A4652-6AC9-4B18-B826-69DCBFB0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243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AB288-63FE-4E64-9D94-F90FF9FA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862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他留下了什么？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2B642-F695-4375-8CC1-A5423034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8635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19050">
            <a:solidFill>
              <a:srgbClr val="C286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81F40F-9575-4448-8FEF-A73F4ED2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48275"/>
            <a:ext cx="788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边读边在课文旁标记：做法、代价、结果。</a:t>
            </a:r>
          </a:p>
        </p:txBody>
      </p:sp>
    </p:spTree>
    <p:extLst>
      <p:ext uri="{BB962C8B-B14F-4D97-AF65-F5344CB8AC3E}">
        <p14:creationId xmlns:p14="http://schemas.microsoft.com/office/powerpoint/2010/main" val="20356298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8C7D51-B1C3-4223-9D41-C7E92385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3D531-29C9-42DB-ACB3-A621B7C3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2868D-3F87-4851-B78A-89C6AD2F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CB732-75E2-44D3-BDFB-509C4F75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结构图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796CC-3859-487A-83A1-08C52059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演说的三段逻辑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7305F-5332-45DD-AD48-DB47E4F2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75E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DC8DB-8151-4BDB-AC13-9AB5DDB2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38475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伏尔泰的斗争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4FC44-6158-424A-8F51-14CB21C6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718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19050">
            <a:solidFill>
              <a:srgbClr val="C286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3FADD-921F-4230-B1F8-A561CDA0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860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13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666CC-BF03-48BE-A91D-CB8FF3DD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038475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斗争的意义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E883C-DCD0-4B8F-AB9E-49AFD1E8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171825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19050">
            <a:solidFill>
              <a:srgbClr val="C286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35752-97A6-44F4-BD92-AF8D9C9E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F7A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9CF9D-AA76-4C16-B0E9-8212E49E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38475"/>
            <a:ext cx="2019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对后世的启示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94D78-2033-49F5-AF0B-CF5EDF94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课后：用 3 句话概括课文，每句话用 1 个本课词汇。</a:t>
            </a:r>
          </a:p>
        </p:txBody>
      </p:sp>
    </p:spTree>
    <p:extLst>
      <p:ext uri="{BB962C8B-B14F-4D97-AF65-F5344CB8AC3E}">
        <p14:creationId xmlns:p14="http://schemas.microsoft.com/office/powerpoint/2010/main" val="13066694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8D75B8-DCD3-4502-A550-4D2C7B7C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2D6C9-3035-4A06-A0BB-EB492014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C7CA4-84F6-4CCD-8744-EBED660E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E5036-3299-4525-92E3-76A87920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430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第二课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260CE-22BB-48C0-9EC3-51104736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914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读深课文：语言与修辞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55679-80DE-4083-8B35-7EA39EC4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词汇深化｜文本细读｜读出演说气势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DDE67-B22E-4C58-8277-3530ED8E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82945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A08D89-4AB4-428F-B001-1C10305F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61DA0-7B82-407A-A690-E1B51AA2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725D2-2C5B-4ED5-8380-5143EDD2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ABFE5-C60A-46E0-AE15-5CC3152B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词汇小测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2DF92-0394-46EF-BE0F-7F52AED3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10 个高频难词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5F866-6479-4842-9DE0-2849EFB3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5C910-6E21-418B-90EE-B54B6A1D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4792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睿智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47D43-A694-4B36-A323-BE271F51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6203B-F8A4-4F1E-BB33-3C909735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4792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肃然起敬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6790A-E354-472E-ADE6-4695F03F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4790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A8A87-21AF-41F1-A48F-382EF056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4792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轻蔑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DA5F7-5EAE-493C-9F3C-E2F91210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4790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8A6D0-A709-4AF3-A8E4-1347EFDF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4792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讽刺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F30B7-C1CD-4EBA-842F-F7912D3F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4790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099E5-754C-48FB-81E4-9175177C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4792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暴虐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1CA44-2D54-4016-8069-B9D51C6F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57EED-625A-4AFF-8060-371099E0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718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启蒙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395B9-8197-4271-AB8A-EC9727AA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7185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EB7A3C-545D-49CD-B0B8-920EA8EF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718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诅咒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145034-2592-499E-B232-61D9E2DA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7185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F30321-0B53-49E7-8AED-FD0F4348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718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呐喊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7C170-32F3-40A3-8A6A-E199194E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7185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7C3854-D852-45E4-8796-9B96B914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718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虐待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A1E41B-2096-48F7-8188-031B9AAD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7185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D02BFE-CCC3-49F3-A439-B23EC50E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71875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嘲笑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AF2663-DE38-48F8-AEFC-752C650F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写完互批：错字圈出，旁边写一次正确字形。</a:t>
            </a:r>
          </a:p>
        </p:txBody>
      </p:sp>
    </p:spTree>
    <p:extLst>
      <p:ext uri="{BB962C8B-B14F-4D97-AF65-F5344CB8AC3E}">
        <p14:creationId xmlns:p14="http://schemas.microsoft.com/office/powerpoint/2010/main" val="11792475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ED5DB4-7BC1-4DC4-80D7-FAB5F0E5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91F22-2818-4780-AAEA-E3BEF1FB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6A410-2B69-40D5-90EC-89F86674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0E557-E05A-4BBE-9EA2-65BEE1DD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修辞分析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3C1E9-EB18-4381-BDB8-D8851120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雨果为什么不只说“伏尔泰很伟大”？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1F1EC-7B02-405C-8C65-2A1B08F9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175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6894D-F7DB-432D-8DA9-05C91EB3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275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排比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E79BF-1D45-48C6-AB06-DE470CDD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27559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让情感一层层推进，形成演说的节奏。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8CE32-D14B-4F92-8121-3A959EDD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095500"/>
            <a:ext cx="3175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9AFA5-981E-49BD-8ECB-5C4DD403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305050"/>
            <a:ext cx="275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对比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A0A17-FA9B-479E-A88E-CEC30FE3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781300"/>
            <a:ext cx="27559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把强者与弱者、黑暗与光明放在一起看。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D1B7B-5C3C-4C33-9A3E-68F28B38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300" y="2095500"/>
            <a:ext cx="3175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925EF-C479-4920-A7EB-FC10F59D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2305050"/>
            <a:ext cx="275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反问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A4828-C610-4979-98FF-11802A73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2781300"/>
            <a:ext cx="27559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逼听众思考，让观点更有冲击力。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554E3-4913-442D-A1C6-184238EF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结论：修辞不是装饰，而是让观点更容易被听见。</a:t>
            </a:r>
          </a:p>
        </p:txBody>
      </p:sp>
    </p:spTree>
    <p:extLst>
      <p:ext uri="{BB962C8B-B14F-4D97-AF65-F5344CB8AC3E}">
        <p14:creationId xmlns:p14="http://schemas.microsoft.com/office/powerpoint/2010/main" val="8222397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4D241D-59F7-4BB9-BD33-F91223F2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22F2D-1DE5-4051-A513-F48DB307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DAF0C-53AD-43C9-BCED-98C58B42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526A9-480A-4B86-8A16-203128D8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文体比较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B36F2-418D-4331-A8D4-76DBD0C1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演说和普通议论文有什么不同？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2BC90-0BF0-42D2-864B-EE32B159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4095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602C5-8530-48A7-A16B-845B36A4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24100"/>
            <a:ext cx="367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演说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444C6-21A8-4A09-8BAE-8EC2D3A2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0350"/>
            <a:ext cx="36766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面对听众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情感更强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句式更有节奏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适合朗读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7C1E0-D70F-4DF8-842E-E398A6E2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14550"/>
            <a:ext cx="4095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26E3E-6B96-444E-9662-AE0B56E6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24100"/>
            <a:ext cx="367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普通议论文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F66C5-5766-4630-A602-9069827B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00350"/>
            <a:ext cx="36766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面对读者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论证更稳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句式更平实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适合细读</a:t>
            </a:r>
          </a:p>
        </p:txBody>
      </p:sp>
    </p:spTree>
    <p:extLst>
      <p:ext uri="{BB962C8B-B14F-4D97-AF65-F5344CB8AC3E}">
        <p14:creationId xmlns:p14="http://schemas.microsoft.com/office/powerpoint/2010/main" val="11930717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9982B5-B736-4027-9D96-43DF44AC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127AD-E96B-4D34-B90B-A6DCEAEA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1E059-47FA-441E-B52F-D2959574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8CC15-21D4-44D2-8A64-DC450EE6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小组朗读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E78E7-AE5C-41B3-A0CC-23976996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读出演说的气势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06B85-DFC2-43DB-8ABF-18B22A71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00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D4C9A-8309-4BD5-9BFE-33831575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764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424EF-5F26-474A-946A-54B5E3FB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38350"/>
            <a:ext cx="817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选一段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A52D3-8F27-4D0F-B624-78A22AC7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6E826-B3BD-4825-B1A8-BBACFEA3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003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66CEE-5F0D-42C5-82D8-B5DC4FEC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62250"/>
            <a:ext cx="817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分配朗读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DA7EE-2DDA-490D-85ED-F8EDBEE2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48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765CA-086E-4D87-A3D9-19F1D925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242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7F855-AA89-43CB-95A1-227DBEEF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86150"/>
            <a:ext cx="817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处理重音与停顿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0DEC5-0044-4217-B83E-D6401B30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C63B14-8EE5-4AEB-872B-80BBB905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481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AEC946-4862-4DDE-91AB-515D928E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210050"/>
            <a:ext cx="817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全班投票：哪组最有力量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C397E-8C78-437E-BC46-1C2672E9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课后：抄出最有力量的一句话，再解释两句。</a:t>
            </a:r>
          </a:p>
        </p:txBody>
      </p:sp>
    </p:spTree>
    <p:extLst>
      <p:ext uri="{BB962C8B-B14F-4D97-AF65-F5344CB8AC3E}">
        <p14:creationId xmlns:p14="http://schemas.microsoft.com/office/powerpoint/2010/main" val="63539267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FDB567-1D9F-4E47-8333-E381919E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00A07-6AFB-4546-A7C7-14CC1AE5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17C6A-6336-40FF-8D50-6000CF2E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8AC4C-2FC1-4D70-A3B7-C462B1AB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430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第三课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77E55-A725-4C19-A563-07608336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914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议论文结构训练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B5501-1173-484F-9C69-DE481BC8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拆解范本｜仿写段落｜同伴互评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C9B05C-C0F6-48E6-888A-44AC8361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061500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C88F4E-5701-4CBA-85F2-EF1D6E7F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F84F2-BAE3-40DF-A606-3A296BDA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7F02B-F4CA-431B-A9DC-872BFFF7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6D2BF-BE6D-48FE-920A-3A31DACC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写作框架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44F95-9198-4105-885B-C2CEDD70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一段有力量的议论，通常有三层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0F857-1382-4883-97B7-988A0EE6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336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82FF5-3F61-4098-9732-2D8B226B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论点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FDAA0-E10A-4078-8F80-DDC527FB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050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我想证明什么？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A6335-4F35-4FFF-9C24-D14EEC9F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19050">
            <a:solidFill>
              <a:srgbClr val="275E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4FD8D-F8F0-40FC-A3E7-FEE2C3C8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528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论据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40C55-3EA1-41D2-8926-7D5C2E7C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我凭什么这样说？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B9DBF-8C51-43C3-A216-6AE3D57B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91000"/>
            <a:ext cx="200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19050">
            <a:solidFill>
              <a:srgbClr val="C286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B4707-4EF1-4C66-B61A-0D5000F4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815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论证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8B03B-FF37-44F3-9088-0E50BC0A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624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这个例子怎样支持观点？</a:t>
            </a:r>
          </a:p>
        </p:txBody>
      </p:sp>
    </p:spTree>
    <p:extLst>
      <p:ext uri="{BB962C8B-B14F-4D97-AF65-F5344CB8AC3E}">
        <p14:creationId xmlns:p14="http://schemas.microsoft.com/office/powerpoint/2010/main" val="177842598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195260-68E5-45A1-9C37-5D00B71C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BC40E-0EF0-428E-90AB-B6F2B104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D283D-48F7-481F-8CC2-8209E0A5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BAAB6-B899-438B-AF5C-EA4299A6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课文拆解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20078-DF95-4162-BDB6-C6504FFC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雨果怎样证明伏尔泰代表人类良知？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78FEF-92A0-467D-B774-C626E736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63004-842D-4DB6-A4CA-58F636F8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145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中心论点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C76E1-FF39-4850-AF7B-8044CFC9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52625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EF94A-956F-449A-8E7C-F1B66454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伏尔泰代表思想自由与人类良知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367A0-2BD6-4CDE-9538-D1E20137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46DD2-619C-46E2-947A-F6EA593D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14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论据一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0C61B-4C20-4464-B023-B7CCB2FE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52725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E69BD-6E1C-45C2-86E7-CF1A5D70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956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他用笔揭露专制、迷信和不公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C0CE7-9D29-477D-82D6-73157E61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17FFFA-0F92-4CEA-9345-C88C9974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论据二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568206-16E3-4801-B7F7-79413C1B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52825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A6B20-03E6-4823-A6A5-2B125611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957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他站在弱者一边，对强权保持轻蔑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51758-8E6A-465A-BBCE-A8136CDC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529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F8909A-C6FA-4D24-8187-373EB900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2E1CF-0A11-4D58-8AFF-6C6AFC00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52925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945459-07FE-471D-A1F5-F8E61900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958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他的精神照亮后世</a:t>
            </a:r>
          </a:p>
        </p:txBody>
      </p:sp>
    </p:spTree>
    <p:extLst>
      <p:ext uri="{BB962C8B-B14F-4D97-AF65-F5344CB8AC3E}">
        <p14:creationId xmlns:p14="http://schemas.microsoft.com/office/powerpoint/2010/main" val="26557409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9EF0CE-C62E-4509-9899-828A1D9F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B8031-4DF9-4A6E-AED6-FE623CEA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B1216-C3A8-482B-B7D6-BCE665CA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71A76-6A0C-42EA-9AC9-5AB842B5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课堂仿写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9DD06-B31B-4AE6-A207-6783DE4C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一个敢说真话的人，对社会有什么价值？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D8346-784A-4C97-A6B5-CB91A6D8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19050">
            <a:solidFill>
              <a:srgbClr val="C286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30DF9-30C9-44BC-BBC6-2A15CBEB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52675"/>
            <a:ext cx="861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请写一段议论段落，不写故事梗概，要表达判断。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2D16F-F012-41FE-9A50-718054F7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38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2FE12-4C08-4651-8277-DD368667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4FA56-4FB7-4CDC-9B8E-7CACC9C5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676650"/>
            <a:ext cx="7505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150 字左右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30F9E-2613-4C6B-A4B7-19E733CA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1D87F-F654-4956-B4FB-E50EFAE1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672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2E7E4-2B8D-4812-97D8-996DF4A4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29100"/>
            <a:ext cx="7505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必须有清楚论点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E99BD-725C-4AE0-B597-771FCB24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434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AC9AB-94E1-480C-AB6E-213DFE14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196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29DEA-6F5F-4B65-A39B-AA1008A7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81550"/>
            <a:ext cx="7505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至少 1 个具体例子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97CD3-1B81-4223-ADEA-5F741E15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95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FA9B04-CABE-4D0C-AD40-18844AA1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FA11C-F8F9-490A-8697-A6F806C0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34000"/>
            <a:ext cx="7505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至少用 3 个本课词汇</a:t>
            </a:r>
          </a:p>
        </p:txBody>
      </p:sp>
    </p:spTree>
    <p:extLst>
      <p:ext uri="{BB962C8B-B14F-4D97-AF65-F5344CB8AC3E}">
        <p14:creationId xmlns:p14="http://schemas.microsoft.com/office/powerpoint/2010/main" val="174387948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289CA9-C29A-495B-8ECE-EBB3093B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54FAE-3BA3-4F3B-B73F-23E068D7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B086A-0C86-48AA-BEE6-27274A3B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8412D-F644-405E-B9C1-21E8867D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同伴互评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071B9-1BC4-4D27-847D-1750B741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交换看一看：你的观点站得住吗？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B9A79-CD84-4EDB-8353-54AC79CA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6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5A503-AE53-4DDF-B607-2BA894A4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7A077-A842-43BB-884C-951714CC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241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论点清楚吗？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EB9FC-D9F8-4E9C-B3A6-B43CDA96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24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FDE30-0CA1-49DF-8CFE-B2721784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D4D0C-413D-489A-B54B-DF01FE26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623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论据能支撑论点吗？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D35B0-FED9-49B3-A7A6-982CA801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62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29F21-F37B-4605-B550-BF65F4D4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38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B43E5-91A0-41FD-8B40-DAF84CEE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005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词语使用准确吗？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12382-356F-4F18-871E-29751C7E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课后：扩展成 300 字完整议论文初稿。</a:t>
            </a:r>
          </a:p>
        </p:txBody>
      </p:sp>
    </p:spTree>
    <p:extLst>
      <p:ext uri="{BB962C8B-B14F-4D97-AF65-F5344CB8AC3E}">
        <p14:creationId xmlns:p14="http://schemas.microsoft.com/office/powerpoint/2010/main" val="14531946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CB8EFD-6EFD-464A-916C-E3E0644B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B10DB-CADB-4586-A3A4-DD9DEC69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C28A7-2AC3-4620-BCE2-F75622B3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01D0A-FD4A-4EE9-A717-166DA4B2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430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2862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C2862B"/>
                </a:solidFill>
                <a:latin typeface="PingFang SC"/>
                <a:ea typeface="PingFang SC"/>
                <a:cs typeface="PingFang SC"/>
              </a:rPr>
              <a:t>第四课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DA275-AB12-4C93-A020-FCC52AAB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914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现实连接：批判性思维与反思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C06C2-9854-4286-9E92-C5C962CE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联系今天｜表达立场｜写出真实判断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4E33F-9859-4EBB-96ED-EF04FAD2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19050">
            <a:solidFill>
              <a:srgbClr val="C286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313419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97C075-0C8B-4656-86A4-BC2307AB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9A140-D5E9-4D67-82D6-BDF5B673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D637F-4A09-40DA-8521-C268F363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0370A-D0B2-4DFE-B181-202A620F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86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2862B"/>
                </a:solidFill>
                <a:latin typeface="PingFang SC"/>
                <a:ea typeface="PingFang SC"/>
                <a:cs typeface="PingFang SC"/>
              </a:rPr>
              <a:t>立场选择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80632-298D-4B36-9D13-52350B29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如果你在现场，你会怎么做？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EFC45-9D44-43B6-84A6-F36EA07E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4286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16085-0EB8-4301-B4A5-C1A87BC9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00300"/>
            <a:ext cx="386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286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C2862B"/>
                </a:solidFill>
                <a:latin typeface="PingFang SC"/>
                <a:ea typeface="PingFang SC"/>
                <a:cs typeface="PingFang SC"/>
              </a:rPr>
              <a:t>情境一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EA755-0557-4719-93D0-222CA511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76550"/>
            <a:ext cx="386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同学指出考试制度不公平，但大家都不敢附和。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67803-5343-40EA-A258-72046C58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4286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95B07-957A-44B4-A966-A91BC157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00300"/>
            <a:ext cx="386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情境二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58D0D-0E5B-412F-98F1-17C8065E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76550"/>
            <a:ext cx="386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社交媒体上一个观点很流行，但你认为它是错的。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8E717-6A2D-4466-96D2-25869532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先选立场，再说理由：支持、沉默、私下提醒、公开反驳？</a:t>
            </a:r>
          </a:p>
        </p:txBody>
      </p:sp>
    </p:spTree>
    <p:extLst>
      <p:ext uri="{BB962C8B-B14F-4D97-AF65-F5344CB8AC3E}">
        <p14:creationId xmlns:p14="http://schemas.microsoft.com/office/powerpoint/2010/main" val="2820892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F4EF56-D848-4237-A3A6-3ADC2818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4153E-F41B-476B-B4BF-FA1A8DFB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F6AB2-31BE-41ED-BEE6-E28651EE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CBF5E-35F3-4422-AE5A-4C725702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86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2862B"/>
                </a:solidFill>
                <a:latin typeface="PingFang SC"/>
                <a:ea typeface="PingFang SC"/>
                <a:cs typeface="PingFang SC"/>
              </a:rPr>
              <a:t>主题深化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DAA8A-0E4C-4BE4-B5D5-A4C21FF7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今天的“启蒙”可能是什么？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8F90F-FA49-4DEC-AA27-8F3D80C0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286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139B22-AA72-46C1-8B1C-A7C55236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003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信息素养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758AC-6514-452B-860F-2C2D5CF9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F7A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B6D2C-A540-424F-B2AE-26A6DE3B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03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批判性思维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AD0CF-A919-4604-B7A9-4D7AA63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907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75E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FE166E-1549-46D6-879E-C81F1BBB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003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走出信息茧房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67F4D-C572-437D-B47F-BE66BAB1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13A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529590-8077-473D-8197-8997C03B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拒绝网络暴力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F707E-0157-48BB-87F4-D0D1B37D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47A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FB318-50C9-4F0D-A986-764B7AB3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不盲从权威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AF4A9-B352-40BC-A02F-EF01A16B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48300"/>
            <a:ext cx="895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讨论时请尽量使用：启蒙、批判、权威、专制、照亮。</a:t>
            </a:r>
          </a:p>
        </p:txBody>
      </p:sp>
    </p:spTree>
    <p:extLst>
      <p:ext uri="{BB962C8B-B14F-4D97-AF65-F5344CB8AC3E}">
        <p14:creationId xmlns:p14="http://schemas.microsoft.com/office/powerpoint/2010/main" val="52365390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A2C55A-E1EA-4814-B235-6D1057B4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DF1A7-E954-4380-BA4F-AEFEFFF5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2E527-EC4A-42FF-A6CB-25330B43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AC245-08CE-4B64-952A-A1D1C856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86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2862B"/>
                </a:solidFill>
                <a:latin typeface="PingFang SC"/>
                <a:ea typeface="PingFang SC"/>
                <a:cs typeface="PingFang SC"/>
              </a:rPr>
              <a:t>相同与不同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20AB3-787C-4C9F-A80F-2958713B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说真话的代价：18 世纪与今天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6B922-FD5E-4BA2-8CF7-35E16E96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4095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DAF33-C673-4F90-A202-B38C1EBD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24100"/>
            <a:ext cx="367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286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C2862B"/>
                </a:solidFill>
                <a:latin typeface="PingFang SC"/>
                <a:ea typeface="PingFang SC"/>
                <a:cs typeface="PingFang SC"/>
              </a:rPr>
              <a:t>可能相同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7374E-1BFC-4D04-A923-30228809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0350"/>
            <a:ext cx="36766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会被嘲笑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会得罪人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会承受压力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B97E2-DC4F-4A37-8DB8-2257D40B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14550"/>
            <a:ext cx="4095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227DE-2B8F-40F7-88B7-F5DA0A19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24100"/>
            <a:ext cx="3676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可能不同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3AFB4-A444-4570-9CD7-3E112382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00350"/>
            <a:ext cx="36766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传播速度更快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身份更复杂</a:t>
            </a:r>
          </a:p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• 舆论更容易放大</a:t>
            </a:r>
          </a:p>
        </p:txBody>
      </p:sp>
    </p:spTree>
    <p:extLst>
      <p:ext uri="{BB962C8B-B14F-4D97-AF65-F5344CB8AC3E}">
        <p14:creationId xmlns:p14="http://schemas.microsoft.com/office/powerpoint/2010/main" val="13679865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27CF7A-C0C8-45A2-A3CC-CF541B62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22BCA-4206-4233-89D1-EE91D80D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C102B-6630-47AF-97F9-3EFD029E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3EC6A-9B5F-4784-93D9-6BFC6C6E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86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2862B"/>
                </a:solidFill>
                <a:latin typeface="PingFang SC"/>
                <a:ea typeface="PingFang SC"/>
                <a:cs typeface="PingFang SC"/>
              </a:rPr>
              <a:t>个人反思写作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DDCC9-D33D-4BAB-93C5-0BC7C1F5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如果你是伏尔泰，你愿意付出这些代价吗？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492DA-2EA7-47AD-8C27-C1556F98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8953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19050">
            <a:solidFill>
              <a:srgbClr val="C286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DA1F6-BF86-41E1-BE22-61ABBF82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47950"/>
            <a:ext cx="8191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不要只写“愿意”或“不愿意”。请写出你的真实顾虑、价值判断和理由。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2AAFC-4CB3-4A27-88A2-61E66427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句式参考：我愿意／不愿意，因为我担心……但我认为……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68337-2772-47DA-9F5C-780FA6EF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课堂分享：没有标准答案，重要的是思考过程。</a:t>
            </a:r>
          </a:p>
        </p:txBody>
      </p:sp>
    </p:spTree>
    <p:extLst>
      <p:ext uri="{BB962C8B-B14F-4D97-AF65-F5344CB8AC3E}">
        <p14:creationId xmlns:p14="http://schemas.microsoft.com/office/powerpoint/2010/main" val="149981931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F098E2-DEE6-47F3-841A-76C94B85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7346D-413F-4EFB-A782-D16AF844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923D6-9668-4EA6-8833-7C19486B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2451C-1804-4227-8A03-7094D37C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43000"/>
            <a:ext cx="247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47A3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547A3A"/>
                </a:solidFill>
                <a:latin typeface="PingFang SC"/>
                <a:ea typeface="PingFang SC"/>
                <a:cs typeface="PingFang SC"/>
              </a:rPr>
              <a:t>第五课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26C21-5EB3-4A8E-B3D4-5E9D7DAC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914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测试、定稿与单元总结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94ABE-C406-4B80-92AA-3D50ABCD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词汇考核｜写作修改｜总结收获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FD813-DE76-4B8F-9861-1AA2AEB9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19050">
            <a:solidFill>
              <a:srgbClr val="547A3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58895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23F418-4C3F-4A48-A84E-D6607B78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88594-026D-4503-BEF8-0245D134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26F9A-7D2E-48EB-8CFC-C846E7E2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95CAE-60E6-43E4-A7EE-99560FEF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7A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47A3A"/>
                </a:solidFill>
                <a:latin typeface="PingFang SC"/>
                <a:ea typeface="PingFang SC"/>
                <a:cs typeface="PingFang SC"/>
              </a:rPr>
              <a:t>词语填空测试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5F70B-25AC-4ED2-A25F-AD6B5160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先看句意，再看拼音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D2611-6C51-4A7C-80BC-0872C858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57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19050">
            <a:solidFill>
              <a:srgbClr val="547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CE844-1C34-4BEC-A5AD-114AB39E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EBD28-63D3-4238-81D5-2D792F90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955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不要照词库顺序抄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C7604-11D1-4AE3-8B59-CFA1B2BA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19050">
            <a:solidFill>
              <a:srgbClr val="547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42D99-E02C-4434-BFDB-2C1B83A1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F1F6B-2132-498A-834E-A12CF5A9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0035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四字词语必须写完整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76B23-D79F-4EFB-87DD-0C3B6A8A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19050">
            <a:solidFill>
              <a:srgbClr val="547A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66F35-F2BD-4EF4-8F40-4F4A47BE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0F131-58F2-4DB0-886C-92E942AE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5052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只写拼音不得分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8516A-3EC1-428A-96B0-905966B5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19050">
            <a:solidFill>
              <a:srgbClr val="547A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EFC00-1B23-4C79-80AE-ECD33BCC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481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DB34C-A507-4ED8-B7FD-2DB7E6B9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1005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不确定时回到课文语境判断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006B8D-9C3F-4E8C-B1DD-63FB7C0F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530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47A3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547A3A"/>
                </a:solidFill>
                <a:latin typeface="PingFang SC"/>
                <a:ea typeface="PingFang SC"/>
                <a:cs typeface="PingFang SC"/>
              </a:rPr>
              <a:t>目标：考理解，不是考机械背诵。</a:t>
            </a:r>
          </a:p>
        </p:txBody>
      </p:sp>
    </p:spTree>
    <p:extLst>
      <p:ext uri="{BB962C8B-B14F-4D97-AF65-F5344CB8AC3E}">
        <p14:creationId xmlns:p14="http://schemas.microsoft.com/office/powerpoint/2010/main" val="104392006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C63EAC-9C26-4CEF-9CAF-DC50F2DF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23F6D-6840-45F2-A1CF-3229DEF3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5355F-E98B-47E3-9AF4-CF0818F6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5FDF3-EFAF-4128-9E44-30F4B85B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7A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47A3A"/>
                </a:solidFill>
                <a:latin typeface="PingFang SC"/>
                <a:ea typeface="PingFang SC"/>
                <a:cs typeface="PingFang SC"/>
              </a:rPr>
              <a:t>写作定稿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44A8E-8875-4E09-8837-E68C5194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最后一次修改：让文章有自己的声音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375A9-518B-45BE-9745-1CAA719D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6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19050">
            <a:solidFill>
              <a:srgbClr val="547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DBC6C-A8AE-472F-80C2-7261758C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8731E-0D7A-4F42-B1F1-64E20F1D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241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论点清晰吗？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12FBA-D14C-4713-9062-19C2F95D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242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19050">
            <a:solidFill>
              <a:srgbClr val="547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1C7E0-6499-451B-8D14-3637C88C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4E05D-845A-4CA0-B570-F3C75819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623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论据有说服力吗？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C40A2-064A-4010-BC7A-0AF47746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624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19050">
            <a:solidFill>
              <a:srgbClr val="547A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B52EE-34EE-4D78-906B-61A663C4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386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6C6B5-3D3C-43B6-8AEE-78CE418A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00500"/>
            <a:ext cx="798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有没有自己的现实观察？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DD5754-A8A0-46A3-BC78-8B33D340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根据同伴反馈修改后，提交最终版。</a:t>
            </a:r>
          </a:p>
        </p:txBody>
      </p:sp>
    </p:spTree>
    <p:extLst>
      <p:ext uri="{BB962C8B-B14F-4D97-AF65-F5344CB8AC3E}">
        <p14:creationId xmlns:p14="http://schemas.microsoft.com/office/powerpoint/2010/main" val="161448235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24D4CC-8459-41A5-B9E0-23AD6FBE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B2EE9-8EC1-456B-B0DF-6EB7FDF9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93C2A-83D2-4159-85E7-415A4072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02DC6-E9FE-40D6-9339-08C6E0C4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7A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47A3A"/>
                </a:solidFill>
                <a:latin typeface="PingFang SC"/>
                <a:ea typeface="PingFang SC"/>
                <a:cs typeface="PingFang SC"/>
              </a:rPr>
              <a:t>单元总结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F801F-BB02-4A5E-BB21-53A2EEB9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一枝笔、一个微笑、一束光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60B0C-BD7B-43C3-94FF-8DC3B7A0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3360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一枝笔：思想可以成为反抗不公的武器。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54BC8-3F0E-4C3E-8C8D-504ED233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3845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一个微笑：理性批判也可以带着仁慈。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AA0A8-1D23-4FCD-94F0-E8E8504D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43300"/>
            <a:ext cx="8096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一束光：真正的语言会照亮后来的人。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BEC77-4CDF-4BC3-918A-1025CCBC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838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19050">
            <a:solidFill>
              <a:srgbClr val="C286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4A43F-C97C-43E1-9277-336BC34B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57775"/>
            <a:ext cx="788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读完这篇课文，我重新思考了______。</a:t>
            </a:r>
          </a:p>
        </p:txBody>
      </p:sp>
    </p:spTree>
    <p:extLst>
      <p:ext uri="{BB962C8B-B14F-4D97-AF65-F5344CB8AC3E}">
        <p14:creationId xmlns:p14="http://schemas.microsoft.com/office/powerpoint/2010/main" val="60476593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5A9066-CE5C-403F-95A4-1A440042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E6246-BCB9-4519-9CED-EE6371FD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2C6A4-1E3F-4B1B-B1FE-4778EAC6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933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愿你拥有清醒的判断，也拥有表达的勇气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41471-6AFC-4850-A442-8934BC3F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6DEE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6DEE8"/>
                </a:solidFill>
                <a:latin typeface="PingFang SC"/>
                <a:ea typeface="PingFang SC"/>
                <a:cs typeface="PingFang SC"/>
              </a:rPr>
              <a:t>课文3学习完成</a:t>
            </a:r>
          </a:p>
        </p:txBody>
      </p:sp>
    </p:spTree>
    <p:extLst>
      <p:ext uri="{BB962C8B-B14F-4D97-AF65-F5344CB8AC3E}">
        <p14:creationId xmlns:p14="http://schemas.microsoft.com/office/powerpoint/2010/main" val="1610464054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BDBA8D-5C6E-4D04-B298-A75BDAEB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97A5B-3C70-410D-AACD-CABED9DD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325B4-51D7-407A-8138-A0808C9B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F4169-EF63-4453-9AE4-54629298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文本地图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ABDC8-B07E-4E83-8E7B-03328526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这篇演说最值得抓住的五处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4EACB-5ECD-421A-99AD-A2B46584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19050">
            <a:solidFill>
              <a:srgbClr val="275E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736E2-D0F4-434B-9ACE-7845D60B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43100"/>
            <a:ext cx="942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历史定位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62D4B-F1D3-497A-B1A9-A473BC55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4310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巨星陨落｜一个世纪｜思想领袖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54061-7F5F-418F-B471-452CA389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FAE59-EE67-402F-8587-9A6BED77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942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社会批判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C8898-FAA8-4D78-AC4E-AFA89F85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2415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人民无知｜宗教不宽容｜司法无公正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B5523-CC76-4921-87C2-EE4B22B1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19050">
            <a:solidFill>
              <a:srgbClr val="C286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65A6E-8853-4413-9FC5-5E571BCF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942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斗争方式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C8A73-0506-4682-8603-1AE5987C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0520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以一枝笔反对专制、迷信和不公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6BF12-1DAB-43D2-8D35-6B57D3E8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6714B0-9B7D-41FE-B057-87CD392C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942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精神核心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DD8B3D-E632-450B-AB21-CA1E5DCF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8625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“微笑”里有理性、仁慈和宽容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FC511-74DB-4669-A874-102EEBD7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19050">
            <a:solidFill>
              <a:srgbClr val="547A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2205DC-DD94-457D-8B12-A85E317F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67300"/>
            <a:ext cx="942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高潮召唤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FEC515-4537-4060-BEFA-528EF432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6730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让光明从坟墓里出来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E064F-96DC-433D-A7C4-09ED3D37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读课文时，把这五处标成五种颜色。</a:t>
            </a:r>
          </a:p>
        </p:txBody>
      </p:sp>
    </p:spTree>
    <p:extLst>
      <p:ext uri="{BB962C8B-B14F-4D97-AF65-F5344CB8AC3E}">
        <p14:creationId xmlns:p14="http://schemas.microsoft.com/office/powerpoint/2010/main" val="211383501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BDBA8D-5C6E-4D04-B298-A75BDAEB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97A5B-3C70-410D-AACD-CABED9DD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325B4-51D7-407A-8138-A0808C9B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F4169-EF63-4453-9AE4-54629298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核心意象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ABDC8-B07E-4E83-8E7B-03328526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雨果把抽象思想写成可见的画面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4EACB-5ECD-421A-99AD-A2B46584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E7A"/>
          </a:solidFill>
          <a:ln xmlns:a="http://schemas.openxmlformats.org/drawingml/2006/main" w="19050">
            <a:solidFill>
              <a:srgbClr val="275E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736E2-D0F4-434B-9ACE-7845D60B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43100"/>
            <a:ext cx="942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巨星陨落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062D4B-F1D3-497A-B1A9-A473BC55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4310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伏尔泰不是一个人，而是一个世纪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54061-7F5F-418F-B471-452CA389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FAE59-EE67-402F-8587-9A6BED77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942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一枝笔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C8898-FAA8-4D78-AC4E-AFA89F85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2415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轻如和风，猛如雷电的思想武器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B5523-CC76-4921-87C2-EE4B22B1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19050">
            <a:solidFill>
              <a:srgbClr val="C286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65A6E-8853-4413-9FC5-5E571BCF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05200"/>
            <a:ext cx="942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微笑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C8A73-0506-4682-8603-1AE5987C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0520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嘲笑强者，安抚弱者的精神力量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6BF12-1DAB-43D2-8D35-6B57D3E8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6714B0-9B7D-41FE-B057-87CD392C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942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光明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DD8B3D-E632-450B-AB21-CA1E5DCF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8625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照亮真理、正义、仁慈和诚实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8FC511-74DB-4669-A874-102EEBD7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1285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A3A"/>
          </a:solidFill>
          <a:ln xmlns:a="http://schemas.openxmlformats.org/drawingml/2006/main" w="19050">
            <a:solidFill>
              <a:srgbClr val="547A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2205DC-DD94-457D-8B12-A85E317F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67300"/>
            <a:ext cx="9429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坟墓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FEC515-4537-4060-BEFA-528EF432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6730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生命熄灭，作品和思想仍然发光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E064F-96DC-433D-A7C4-09ED3D37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任务：选一个意象，说明它怎样帮助雨果表达观点。</a:t>
            </a:r>
          </a:p>
        </p:txBody>
      </p:sp>
    </p:spTree>
    <p:extLst>
      <p:ext uri="{BB962C8B-B14F-4D97-AF65-F5344CB8AC3E}">
        <p14:creationId xmlns:p14="http://schemas.microsoft.com/office/powerpoint/2010/main" val="2113835017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9982B5-B736-4027-9D96-43DF44AC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127AD-E96B-4D34-B90B-A6DCEAEA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1E059-47FA-441E-B52F-D2959574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8CC15-21D4-44D2-8A64-DC450EE6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演说现场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E78E7-AE5C-41B3-A0CC-23976996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注意括号里的掌声、喝彩和欢呼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06B85-DFC2-43DB-8ABF-18B22A71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002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D4C9A-8309-4BD5-9BFE-33831575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764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424EF-5F26-474A-946A-54B5E3FB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038350"/>
            <a:ext cx="817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找现场反应：鼓掌、喝彩、经久不息的欢呼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A52D3-8F27-4D0F-B624-78A22AC7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6E826-B3BD-4825-B1A8-BBACFEA3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003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66CEE-5F0D-42C5-82D8-B5DC4FEC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62250"/>
            <a:ext cx="817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读呼告句：“伏尔泰啊”“先生们”“让我们”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DA7EE-2DDA-490D-85ED-F8EDBEE2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48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765CA-086E-4D87-A3D9-19F1D925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242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7F855-AA89-43CB-95A1-227DBEEF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86150"/>
            <a:ext cx="817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听句式推进：短句、排比、反复把情绪推高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0DEC5-0044-4217-B83E-D6401B30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19050">
            <a:solidFill>
              <a:srgbClr val="B13A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C63B14-8EE5-4AEB-872B-80BBB905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481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AEC946-4862-4DDE-91AB-515D928E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210050"/>
            <a:ext cx="817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判断效果：听众不是旁观者，而被召唤成见证者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C397E-8C78-437E-BC46-1C2672E9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96579"/>
                </a:solidFill>
                <a:latin typeface="PingFang SC"/>
                <a:ea typeface="PingFang SC"/>
                <a:cs typeface="PingFang SC"/>
              </a:rPr>
              <a:t>朗读时不要只读内容，还要读出现场的情绪变化。</a:t>
            </a:r>
          </a:p>
        </p:txBody>
      </p:sp>
    </p:spTree>
    <p:extLst>
      <p:ext uri="{BB962C8B-B14F-4D97-AF65-F5344CB8AC3E}">
        <p14:creationId xmlns:p14="http://schemas.microsoft.com/office/powerpoint/2010/main" val="635392679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195260-68E5-45A1-9C37-5D00B71C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BC40E-0EF0-428E-90AB-B6F2B104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D283D-48F7-481F-8CC2-8209E0A5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BAAB6-B899-438B-AF5C-EA4299A6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论证升级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20078-DF95-4162-BDB6-C6504FFC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雨果的论证为什么有力量？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78FEF-92A0-467D-B774-C626E736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D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63004-842D-4DB6-A4CA-58F636F8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145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事实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C76E1-FF39-4850-AF7B-8044CFC9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52625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EF94A-956F-449A-8E7C-F1B66454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伏尔泰为受害者斗争，承受威胁、侮辱和流亡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367A0-2BD6-4CDE-9538-D1E20137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46DD2-619C-46E2-947A-F6EA593D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14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对比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0C61B-4C20-4464-B023-B7CCB2FE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52725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E69BD-6E1C-45C2-86E7-CF1A5D70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956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君主、法官、神甫与人民、弱者、良知相对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C0CE7-9D29-477D-82D6-73157E61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17FFFA-0F92-4CEA-9345-C88C9974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价值判断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568206-16E3-4801-B7F7-79413C1B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52825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A6B20-03E6-4823-A6A5-2B125611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957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思想自由、理性、宽容高于暴力和迷信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51758-8E6A-465A-BBCE-A8136CDC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5292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F7A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F8909A-C6FA-4D24-8187-373EB900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修辞气势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2E1CF-0A11-4D58-8AFF-6C6AFC00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52925"/>
            <a:ext cx="695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945459-07FE-471D-A1F5-F8E61900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9580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排比和呼告让论证变成现场召唤</a:t>
            </a:r>
          </a:p>
        </p:txBody>
      </p:sp>
    </p:spTree>
    <p:extLst>
      <p:ext uri="{BB962C8B-B14F-4D97-AF65-F5344CB8AC3E}">
        <p14:creationId xmlns:p14="http://schemas.microsoft.com/office/powerpoint/2010/main" val="265574096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ED5DB4-7BC1-4DC4-80D7-FAB5F0E5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91F22-2818-4780-AAEA-E3BEF1FB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3A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6A410-2B69-40D5-90EC-89F86674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6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0E557-E05A-4BBE-9EA2-65BEE1DD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批判的边界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3C1E9-EB18-4381-BDB8-D8851120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28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真正的启蒙不是情绪宣泄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1F1EC-7B02-405C-8C65-2A1B08F9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175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6894D-F7DB-432D-8DA9-05C91EB3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275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E79BF-1D45-48C6-AB06-DE470CDD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27559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先确认事实，避免把偏见包装成勇敢。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8CE32-D14B-4F92-8121-3A959EDD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095500"/>
            <a:ext cx="3175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9AFA5-981E-49BD-8ECB-5C4DD403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305050"/>
            <a:ext cx="275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75E7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75E7A"/>
                </a:solidFill>
                <a:latin typeface="PingFang SC"/>
                <a:ea typeface="PingFang SC"/>
                <a:cs typeface="PingFang SC"/>
              </a:rPr>
              <a:t>理性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A0A17-FA9B-479E-A88E-CEC30FE3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2781300"/>
            <a:ext cx="27559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反对权威时，也要能解释自己的理由。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D1B7B-5C3C-4C33-9A3E-68F28B38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300" y="2095500"/>
            <a:ext cx="3175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DE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925EF-C479-4920-A7EB-FC10F59D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2305050"/>
            <a:ext cx="275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7A6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F7A6D"/>
                </a:solidFill>
                <a:latin typeface="PingFang SC"/>
                <a:ea typeface="PingFang SC"/>
                <a:cs typeface="PingFang SC"/>
              </a:rPr>
              <a:t>宽容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A4828-C610-4979-98FF-11802A73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2781300"/>
            <a:ext cx="27559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F2933"/>
                </a:solidFill>
                <a:latin typeface="PingFang SC"/>
                <a:ea typeface="PingFang SC"/>
                <a:cs typeface="PingFang SC"/>
              </a:rPr>
              <a:t>批判错误，不把不同意见的人简单妖魔化。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554E3-4913-442D-A1C6-184238EF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13A3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B13A32"/>
                </a:solidFill>
                <a:latin typeface="PingFang SC"/>
                <a:ea typeface="PingFang SC"/>
                <a:cs typeface="PingFang SC"/>
              </a:rPr>
              <a:t>今天学习伏尔泰，是学会更清醒、更负责地判断。</a:t>
            </a:r>
          </a:p>
        </p:txBody>
      </p:sp>
    </p:spTree>
    <p:extLst>
      <p:ext uri="{BB962C8B-B14F-4D97-AF65-F5344CB8AC3E}">
        <p14:creationId xmlns:p14="http://schemas.microsoft.com/office/powerpoint/2010/main" val="8222397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2026-05-13T16:00:24.8940000Z</dcterms:created>
  <dcterms:modified xsi:type="dcterms:W3CDTF">2026-05-13T16:00:24.8940000Z</dcterms:modified>
</coreProperties>
</file>