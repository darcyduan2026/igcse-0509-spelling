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04689f4074212" /><Relationship Type="http://schemas.openxmlformats.org/officeDocument/2006/relationships/extended-properties" Target="/docProps/app.xml" Id="Ref9065edd2824ce8" /><Relationship Type="http://schemas.openxmlformats.org/officeDocument/2006/relationships/officeDocument" Target="/ppt/presentation.xml" Id="R123c88520886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315168bc044dee"/>
  </p:sldMasterIdLst>
  <p:notesMasterIdLst>
    <p:notesMasterId xmlns:r="http://schemas.openxmlformats.org/officeDocument/2006/relationships" r:id="R20869785f4de4070"/>
  </p:notesMasterIdLst>
  <p:sldIdLst>
    <p:sldId xmlns:r="http://schemas.openxmlformats.org/officeDocument/2006/relationships" id="256" r:id="R46d7dad0dc7c41c8"/>
    <p:sldId xmlns:r="http://schemas.openxmlformats.org/officeDocument/2006/relationships" id="257" r:id="R0f0138e3e6c142ca"/>
    <p:sldId xmlns:r="http://schemas.openxmlformats.org/officeDocument/2006/relationships" id="258" r:id="Rfcfc96df1fda4a1f"/>
    <p:sldId xmlns:r="http://schemas.openxmlformats.org/officeDocument/2006/relationships" id="259" r:id="R6e02505c84f3424c"/>
    <p:sldId xmlns:r="http://schemas.openxmlformats.org/officeDocument/2006/relationships" id="260" r:id="R3b146202d6b74ddb"/>
    <p:sldId xmlns:r="http://schemas.openxmlformats.org/officeDocument/2006/relationships" id="261" r:id="Ra340efd09019442b"/>
    <p:sldId xmlns:r="http://schemas.openxmlformats.org/officeDocument/2006/relationships" id="262" r:id="R8da1fa2253d047a3"/>
    <p:sldId xmlns:r="http://schemas.openxmlformats.org/officeDocument/2006/relationships" id="263" r:id="R4dfb3604c6d9404a"/>
    <p:sldId xmlns:r="http://schemas.openxmlformats.org/officeDocument/2006/relationships" id="264" r:id="Rc3c5c7a73fb846af"/>
    <p:sldId xmlns:r="http://schemas.openxmlformats.org/officeDocument/2006/relationships" id="265" r:id="Rd0cd41d1595c4b51"/>
    <p:sldId xmlns:r="http://schemas.openxmlformats.org/officeDocument/2006/relationships" id="266" r:id="R961ba77553174c3f"/>
    <p:sldId xmlns:r="http://schemas.openxmlformats.org/officeDocument/2006/relationships" id="267" r:id="Rc21b9061ac60496d"/>
    <p:sldId xmlns:r="http://schemas.openxmlformats.org/officeDocument/2006/relationships" id="268" r:id="R851b22f186da407d"/>
    <p:sldId xmlns:r="http://schemas.openxmlformats.org/officeDocument/2006/relationships" id="269" r:id="R27268d1e86fb4db9"/>
    <p:sldId xmlns:r="http://schemas.openxmlformats.org/officeDocument/2006/relationships" id="270" r:id="R4834e3ff3d3042db"/>
    <p:sldId xmlns:r="http://schemas.openxmlformats.org/officeDocument/2006/relationships" id="271" r:id="R8396475e9f84490b"/>
    <p:sldId xmlns:r="http://schemas.openxmlformats.org/officeDocument/2006/relationships" id="272" r:id="R3835322e6a9b4e80"/>
    <p:sldId xmlns:r="http://schemas.openxmlformats.org/officeDocument/2006/relationships" id="273" r:id="R767a413ddaec459c"/>
    <p:sldId xmlns:r="http://schemas.openxmlformats.org/officeDocument/2006/relationships" id="274" r:id="R2923698b664e42ef"/>
    <p:sldId xmlns:r="http://schemas.openxmlformats.org/officeDocument/2006/relationships" id="275" r:id="Rce858f5b102b4d18"/>
    <p:sldId xmlns:r="http://schemas.openxmlformats.org/officeDocument/2006/relationships" id="276" r:id="Rd921491cdd6c4a1f"/>
    <p:sldId xmlns:r="http://schemas.openxmlformats.org/officeDocument/2006/relationships" id="277" r:id="R353e353f231d405e"/>
    <p:sldId xmlns:r="http://schemas.openxmlformats.org/officeDocument/2006/relationships" id="278" r:id="R752891583fa34f2d"/>
    <p:sldId xmlns:r="http://schemas.openxmlformats.org/officeDocument/2006/relationships" id="279" r:id="R1627a6d50bc54bb4"/>
    <p:sldId xmlns:r="http://schemas.openxmlformats.org/officeDocument/2006/relationships" id="280" r:id="R44711633e3c24f1d"/>
    <p:sldId xmlns:r="http://schemas.openxmlformats.org/officeDocument/2006/relationships" id="281" r:id="R93e5f54779c04c57"/>
    <p:sldId xmlns:r="http://schemas.openxmlformats.org/officeDocument/2006/relationships" id="282" r:id="R3fb35d57e73f43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15168bc044dee" /><Relationship Type="http://schemas.openxmlformats.org/officeDocument/2006/relationships/theme" Target="/ppt/theme/theme1.xml" Id="R9b60c9a8532f4b08" /><Relationship Type="http://schemas.openxmlformats.org/officeDocument/2006/relationships/notesMaster" Target="/ppt/notesMasters/notesMaster1.xml" Id="R20869785f4de4070" /><Relationship Type="http://schemas.openxmlformats.org/officeDocument/2006/relationships/presProps" Target="/ppt/presProps.xml" Id="R201f69f8f9a349dc" /><Relationship Type="http://schemas.openxmlformats.org/officeDocument/2006/relationships/viewProps" Target="/ppt/viewProps.xml" Id="R4d341214f0c54170" /><Relationship Type="http://schemas.openxmlformats.org/officeDocument/2006/relationships/tableStyles" Target="/ppt/tableStyles.xml" Id="R091fe15c72334ff2" /><Relationship Type="http://schemas.openxmlformats.org/officeDocument/2006/relationships/slide" Target="/ppt/slides/slide1.xml" Id="R46d7dad0dc7c41c8" /><Relationship Type="http://schemas.openxmlformats.org/officeDocument/2006/relationships/slide" Target="/ppt/slides/slide2.xml" Id="R0f0138e3e6c142ca" /><Relationship Type="http://schemas.openxmlformats.org/officeDocument/2006/relationships/slide" Target="/ppt/slides/slide3.xml" Id="Rfcfc96df1fda4a1f" /><Relationship Type="http://schemas.openxmlformats.org/officeDocument/2006/relationships/slide" Target="/ppt/slides/slide4.xml" Id="R6e02505c84f3424c" /><Relationship Type="http://schemas.openxmlformats.org/officeDocument/2006/relationships/slide" Target="/ppt/slides/slide5.xml" Id="R3b146202d6b74ddb" /><Relationship Type="http://schemas.openxmlformats.org/officeDocument/2006/relationships/slide" Target="/ppt/slides/slide6.xml" Id="Ra340efd09019442b" /><Relationship Type="http://schemas.openxmlformats.org/officeDocument/2006/relationships/slide" Target="/ppt/slides/slide7.xml" Id="R8da1fa2253d047a3" /><Relationship Type="http://schemas.openxmlformats.org/officeDocument/2006/relationships/slide" Target="/ppt/slides/slide8.xml" Id="R4dfb3604c6d9404a" /><Relationship Type="http://schemas.openxmlformats.org/officeDocument/2006/relationships/slide" Target="/ppt/slides/slide9.xml" Id="Rc3c5c7a73fb846af" /><Relationship Type="http://schemas.openxmlformats.org/officeDocument/2006/relationships/slide" Target="/ppt/slides/slide10.xml" Id="Rd0cd41d1595c4b51" /><Relationship Type="http://schemas.openxmlformats.org/officeDocument/2006/relationships/slide" Target="/ppt/slides/slide11.xml" Id="R961ba77553174c3f" /><Relationship Type="http://schemas.openxmlformats.org/officeDocument/2006/relationships/slide" Target="/ppt/slides/slide12.xml" Id="Rc21b9061ac60496d" /><Relationship Type="http://schemas.openxmlformats.org/officeDocument/2006/relationships/slide" Target="/ppt/slides/slide13.xml" Id="R851b22f186da407d" /><Relationship Type="http://schemas.openxmlformats.org/officeDocument/2006/relationships/slide" Target="/ppt/slides/slide14.xml" Id="R27268d1e86fb4db9" /><Relationship Type="http://schemas.openxmlformats.org/officeDocument/2006/relationships/slide" Target="/ppt/slides/slide15.xml" Id="R4834e3ff3d3042db" /><Relationship Type="http://schemas.openxmlformats.org/officeDocument/2006/relationships/slide" Target="/ppt/slides/slide16.xml" Id="R8396475e9f84490b" /><Relationship Type="http://schemas.openxmlformats.org/officeDocument/2006/relationships/slide" Target="/ppt/slides/slide17.xml" Id="R3835322e6a9b4e80" /><Relationship Type="http://schemas.openxmlformats.org/officeDocument/2006/relationships/slide" Target="/ppt/slides/slide18.xml" Id="R767a413ddaec459c" /><Relationship Type="http://schemas.openxmlformats.org/officeDocument/2006/relationships/slide" Target="/ppt/slides/slide19.xml" Id="R2923698b664e42ef" /><Relationship Type="http://schemas.openxmlformats.org/officeDocument/2006/relationships/slide" Target="/ppt/slides/slide20.xml" Id="Rce858f5b102b4d18" /><Relationship Type="http://schemas.openxmlformats.org/officeDocument/2006/relationships/slide" Target="/ppt/slides/slide21.xml" Id="Rd921491cdd6c4a1f" /><Relationship Type="http://schemas.openxmlformats.org/officeDocument/2006/relationships/slide" Target="/ppt/slides/slide22.xml" Id="R353e353f231d405e" /><Relationship Type="http://schemas.openxmlformats.org/officeDocument/2006/relationships/slide" Target="/ppt/slides/slide23.xml" Id="R752891583fa34f2d" /><Relationship Type="http://schemas.openxmlformats.org/officeDocument/2006/relationships/slide" Target="/ppt/slides/slide24.xml" Id="R1627a6d50bc54bb4" /><Relationship Type="http://schemas.openxmlformats.org/officeDocument/2006/relationships/slide" Target="/ppt/slides/slide25.xml" Id="R44711633e3c24f1d" /><Relationship Type="http://schemas.openxmlformats.org/officeDocument/2006/relationships/slide" Target="/ppt/slides/slide26.xml" Id="R93e5f54779c04c57" /><Relationship Type="http://schemas.openxmlformats.org/officeDocument/2006/relationships/slide" Target="/ppt/slides/slide27.xml" Id="R3fb35d57e73f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070ecea979041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0c0613fb04259" /><Relationship Type="http://schemas.openxmlformats.org/officeDocument/2006/relationships/notesMaster" Target="/ppt/notesMasters/notesMaster1.xml" Id="R0bb3592ae9fe40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48492bcb74b23" /><Relationship Type="http://schemas.openxmlformats.org/officeDocument/2006/relationships/notesMaster" Target="/ppt/notesMasters/notesMaster1.xml" Id="R56030b4539fd47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8b88b9c2a4c4a" /><Relationship Type="http://schemas.openxmlformats.org/officeDocument/2006/relationships/notesMaster" Target="/ppt/notesMasters/notesMaster1.xml" Id="Rfac1a5a96ff34d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91eb9199e745bd" /><Relationship Type="http://schemas.openxmlformats.org/officeDocument/2006/relationships/notesMaster" Target="/ppt/notesMasters/notesMaster1.xml" Id="R129a9666e95c4a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22c4a4ee14bab" /><Relationship Type="http://schemas.openxmlformats.org/officeDocument/2006/relationships/notesMaster" Target="/ppt/notesMasters/notesMaster1.xml" Id="R423dfda9bafb47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ee74a67ae4a52" /><Relationship Type="http://schemas.openxmlformats.org/officeDocument/2006/relationships/notesMaster" Target="/ppt/notesMasters/notesMaster1.xml" Id="Rf8ed6d2c8751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ee10beb4a5493f" /><Relationship Type="http://schemas.openxmlformats.org/officeDocument/2006/relationships/notesMaster" Target="/ppt/notesMasters/notesMaster1.xml" Id="Ra45b5842224a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62cf481c134953" /><Relationship Type="http://schemas.openxmlformats.org/officeDocument/2006/relationships/notesMaster" Target="/ppt/notesMasters/notesMaster1.xml" Id="R8e7f10425734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8e869b1f8406c" /><Relationship Type="http://schemas.openxmlformats.org/officeDocument/2006/relationships/notesMaster" Target="/ppt/notesMasters/notesMaster1.xml" Id="Rf935ad2f23b94f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b3810b52a4d82" /><Relationship Type="http://schemas.openxmlformats.org/officeDocument/2006/relationships/notesMaster" Target="/ppt/notesMasters/notesMaster1.xml" Id="R267626dfa8c64e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f79750b5ee4ad4" /><Relationship Type="http://schemas.openxmlformats.org/officeDocument/2006/relationships/notesMaster" Target="/ppt/notesMasters/notesMaster1.xml" Id="R440990ea1c5d4f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e3fc9157cf47d1" /><Relationship Type="http://schemas.openxmlformats.org/officeDocument/2006/relationships/notesMaster" Target="/ppt/notesMasters/notesMaster1.xml" Id="R0a943b38c64745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98e9a1aee243d6" /><Relationship Type="http://schemas.openxmlformats.org/officeDocument/2006/relationships/notesMaster" Target="/ppt/notesMasters/notesMaster1.xml" Id="R245c3c69ad4847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520f8d773342a8" /><Relationship Type="http://schemas.openxmlformats.org/officeDocument/2006/relationships/notesMaster" Target="/ppt/notesMasters/notesMaster1.xml" Id="R03a6e723168a42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cf6481790e44a3" /><Relationship Type="http://schemas.openxmlformats.org/officeDocument/2006/relationships/notesMaster" Target="/ppt/notesMasters/notesMaster1.xml" Id="R9e3a767d405b4d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f6ed8e50a84679" /><Relationship Type="http://schemas.openxmlformats.org/officeDocument/2006/relationships/notesMaster" Target="/ppt/notesMasters/notesMaster1.xml" Id="R28ab9d92e2a346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539422ed0e4582" /><Relationship Type="http://schemas.openxmlformats.org/officeDocument/2006/relationships/notesMaster" Target="/ppt/notesMasters/notesMaster1.xml" Id="R53ee3e3d31df42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f873002f9f43b7" /><Relationship Type="http://schemas.openxmlformats.org/officeDocument/2006/relationships/notesMaster" Target="/ppt/notesMasters/notesMaster1.xml" Id="Rf51ba8ac953b42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678f47c5fb4dc8" /><Relationship Type="http://schemas.openxmlformats.org/officeDocument/2006/relationships/notesMaster" Target="/ppt/notesMasters/notesMaster1.xml" Id="R933a15e8584546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8f004c84a84cc7" /><Relationship Type="http://schemas.openxmlformats.org/officeDocument/2006/relationships/notesMaster" Target="/ppt/notesMasters/notesMaster1.xml" Id="R99def39deb7548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268da25a074cf4" /><Relationship Type="http://schemas.openxmlformats.org/officeDocument/2006/relationships/notesMaster" Target="/ppt/notesMasters/notesMaster1.xml" Id="R6e54c1cc763548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629adcfa99409d" /><Relationship Type="http://schemas.openxmlformats.org/officeDocument/2006/relationships/notesMaster" Target="/ppt/notesMasters/notesMaster1.xml" Id="R8606475d33f74a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aa43a9c7ca44fb" /><Relationship Type="http://schemas.openxmlformats.org/officeDocument/2006/relationships/notesMaster" Target="/ppt/notesMasters/notesMaster1.xml" Id="Ra6e79b27ac2245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7501feb29d4cb4" /><Relationship Type="http://schemas.openxmlformats.org/officeDocument/2006/relationships/notesMaster" Target="/ppt/notesMasters/notesMaster1.xml" Id="Ra4113d355e694a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fccf62ee624685" /><Relationship Type="http://schemas.openxmlformats.org/officeDocument/2006/relationships/notesMaster" Target="/ppt/notesMasters/notesMaster1.xml" Id="Rcc8fdd164c9f42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496982e9b14df5" /><Relationship Type="http://schemas.openxmlformats.org/officeDocument/2006/relationships/notesMaster" Target="/ppt/notesMasters/notesMaster1.xml" Id="R806e1088ff5a4c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e808948d1b3477a" /><Relationship Type="http://schemas.openxmlformats.org/officeDocument/2006/relationships/notesMaster" Target="/ppt/notesMasters/notesMaster1.xml" Id="R2541de241b054f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7fa4ff1e646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bb9d19e47e48de" /><Relationship Type="http://schemas.openxmlformats.org/officeDocument/2006/relationships/slideLayout" Target="/ppt/slideLayouts/slideLayout2.xml" Id="R5d4c349e9057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c349e9057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13310ebdd49c5" /><Relationship Type="http://schemas.openxmlformats.org/officeDocument/2006/relationships/image" Target="/ppt/media/image.png" Id="R210cc1d57d644e55" /><Relationship Type="http://schemas.openxmlformats.org/officeDocument/2006/relationships/image" Target="/ppt/media/image.svg" Id="Ra288739b8d48483a" /><Relationship Type="http://schemas.openxmlformats.org/officeDocument/2006/relationships/notesSlide" Target="/ppt/notesSlides/notesSlide1.xml" Id="R79c3295c8df5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4bef66522408b" /><Relationship Type="http://schemas.openxmlformats.org/officeDocument/2006/relationships/notesSlide" Target="/ppt/notesSlides/notesSlide2.xml" Id="R566093989c2d4d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2830568f14781" /><Relationship Type="http://schemas.openxmlformats.org/officeDocument/2006/relationships/notesSlide" Target="/ppt/notesSlides/notesSlide3.xml" Id="Rc4592a24b7d6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2c4e981124bbb" /><Relationship Type="http://schemas.openxmlformats.org/officeDocument/2006/relationships/notesSlide" Target="/ppt/notesSlides/notesSlide4.xml" Id="R3234702396ef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fdcea8c3549bf" /><Relationship Type="http://schemas.openxmlformats.org/officeDocument/2006/relationships/notesSlide" Target="/ppt/notesSlides/notesSlide5.xml" Id="R9b1314559062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6555926394c87" /><Relationship Type="http://schemas.openxmlformats.org/officeDocument/2006/relationships/notesSlide" Target="/ppt/notesSlides/notesSlide6.xml" Id="R422d8cdd4d3b44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a3a57cff04635" /><Relationship Type="http://schemas.openxmlformats.org/officeDocument/2006/relationships/notesSlide" Target="/ppt/notesSlides/notesSlide7.xml" Id="R585ea5261aea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1b44906b24f29" /><Relationship Type="http://schemas.openxmlformats.org/officeDocument/2006/relationships/notesSlide" Target="/ppt/notesSlides/notesSlide8.xml" Id="Rc3e8c9ee332841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3b0ba55e34ece" /><Relationship Type="http://schemas.openxmlformats.org/officeDocument/2006/relationships/notesSlide" Target="/ppt/notesSlides/notesSlide9.xml" Id="R48efc691e9be49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374fb2d564810" /><Relationship Type="http://schemas.openxmlformats.org/officeDocument/2006/relationships/notesSlide" Target="/ppt/notesSlides/notesSlide10.xml" Id="R66dda3c1930b43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a784b257d4a11" /><Relationship Type="http://schemas.openxmlformats.org/officeDocument/2006/relationships/notesSlide" Target="/ppt/notesSlides/notesSlide11.xml" Id="R303cb9d5f6294f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55862cce16440b" /><Relationship Type="http://schemas.openxmlformats.org/officeDocument/2006/relationships/notesSlide" Target="/ppt/notesSlides/notesSlide12.xml" Id="R954e30c548934c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05162cf5304e34" /><Relationship Type="http://schemas.openxmlformats.org/officeDocument/2006/relationships/notesSlide" Target="/ppt/notesSlides/notesSlide13.xml" Id="R72bb125c4b8d44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0ec6b116e547ec" /><Relationship Type="http://schemas.openxmlformats.org/officeDocument/2006/relationships/notesSlide" Target="/ppt/notesSlides/notesSlide14.xml" Id="R0025b2b3f75344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464c7f8404a59" /><Relationship Type="http://schemas.openxmlformats.org/officeDocument/2006/relationships/notesSlide" Target="/ppt/notesSlides/notesSlide15.xml" Id="R59fa4b4470b74c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73d7c9da664bf0" /><Relationship Type="http://schemas.openxmlformats.org/officeDocument/2006/relationships/notesSlide" Target="/ppt/notesSlides/notesSlide16.xml" Id="R57c3a7b88a8d46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22d2d7434486e" /><Relationship Type="http://schemas.openxmlformats.org/officeDocument/2006/relationships/notesSlide" Target="/ppt/notesSlides/notesSlide17.xml" Id="R47812c1a3f2547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cb54da2c384a99" /><Relationship Type="http://schemas.openxmlformats.org/officeDocument/2006/relationships/notesSlide" Target="/ppt/notesSlides/notesSlide18.xml" Id="R5f8e9d78dc4f4b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d23cddea34433" /><Relationship Type="http://schemas.openxmlformats.org/officeDocument/2006/relationships/notesSlide" Target="/ppt/notesSlides/notesSlide19.xml" Id="Rfabd4f156d6b49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23dee19104077" /><Relationship Type="http://schemas.openxmlformats.org/officeDocument/2006/relationships/notesSlide" Target="/ppt/notesSlides/notesSlide20.xml" Id="R9c2283fb2ed44c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3f61bb44445fe" /><Relationship Type="http://schemas.openxmlformats.org/officeDocument/2006/relationships/notesSlide" Target="/ppt/notesSlides/notesSlide21.xml" Id="Rea5124d0b83741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32bc69f774e68" /><Relationship Type="http://schemas.openxmlformats.org/officeDocument/2006/relationships/notesSlide" Target="/ppt/notesSlides/notesSlide22.xml" Id="Rba642f11a67d47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b5084e08a48b2" /><Relationship Type="http://schemas.openxmlformats.org/officeDocument/2006/relationships/notesSlide" Target="/ppt/notesSlides/notesSlide23.xml" Id="R70778fcf98c743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aeb4440e546a0" /><Relationship Type="http://schemas.openxmlformats.org/officeDocument/2006/relationships/notesSlide" Target="/ppt/notesSlides/notesSlide24.xml" Id="Rf695bd52675b4a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c35d332aee4334" /><Relationship Type="http://schemas.openxmlformats.org/officeDocument/2006/relationships/notesSlide" Target="/ppt/notesSlides/notesSlide25.xml" Id="R6fef6d605d5344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261c04acb4a4c" /><Relationship Type="http://schemas.openxmlformats.org/officeDocument/2006/relationships/notesSlide" Target="/ppt/notesSlides/notesSlide26.xml" Id="R937daf7229c244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3a655bafd416d" /><Relationship Type="http://schemas.openxmlformats.org/officeDocument/2006/relationships/notesSlide" Target="/ppt/notesSlides/notesSlide27.xml" Id="Rbc5e0a4fe9f940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E09F7E-AAF1-4BD8-A210-F31A5CD1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DAF71-B386-43C9-87E9-7E75D31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6B0F3-EFA6-49F4-B8E5-8E4D0B20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0F7D0-FD57-4F9A-A25D-66253A18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课文3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8E580-AF63-46B0-B990-018912F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纪念伏尔泰逝世一百周年的演说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9B07D-06FA-4F3F-9261-3791A9F2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两周五课时学习：读懂、读深、会写、会用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CD7F-9EAD-4084-B794-E4BD951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FCC0D-A44B-44A7-BD1A-B2E5EB61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课文3｜十年级中文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cc1d57d644e55">
            <a:extLst>
              <a:ext uri="{96DAC541-7B7A-43D3-8B79-37D633B846F1}">
                <asvg:svgBlip xmlns:asvg="http://schemas.microsoft.com/office/drawing/2016/SVG/main" r:embed="Ra288739b8d4848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4286250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27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CEFE4-E6E4-417B-B63C-AC455A7E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87CE9-A846-4B66-AAA6-BB6B2CE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E326D-D557-4B70-A800-E964AA9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C42DC-5A1F-43D6-810A-816E02AB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总体路线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1CC8D-02BB-4A1A-9F12-C35B8CB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这五节课，我们完成四件事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FEFC-6835-4A5A-B2B2-B41764F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362C4-3534-4A09-A9B2-DB7B4FD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读懂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5C4DB-C87A-499B-A1B7-5EFEFA2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人物、事件、代价、意义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BA272-551C-4BC4-B44E-CEA7B84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8E0BF-8EF7-4489-BDF9-8B772094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读深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8007A-343E-46F5-99D4-B9135320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语言气势与修辞力量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C9823-0B87-43F7-A221-E0B178D2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9AF24-29FA-4A8A-8749-F73146DF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会写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FC7F2-DAA0-446E-9662-A0363201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论点、论据、论证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0AD82-E126-4A78-B1D2-2B7A50AC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F4D0F-0925-4E79-B8B2-27A2E06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会用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FCC6D-08F2-457A-BE92-18AB6FC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把思想自由连接到今天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839BC-7AB0-4B8D-8F11-233FD769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目标：不仅读懂雨果在说什么，也能学会怎样有理有力地表达。</a:t>
            </a:r>
          </a:p>
        </p:txBody>
      </p:sp>
    </p:spTree>
    <p:extLst>
      <p:ext uri="{BB962C8B-B14F-4D97-AF65-F5344CB8AC3E}">
        <p14:creationId xmlns:p14="http://schemas.microsoft.com/office/powerpoint/2010/main" val="5591561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0E8C6-32F1-4ED7-8071-2136055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EAB5E-DA35-4679-9B79-1A0E7EBA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16A94-AA6C-4A67-9702-7B48C80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1AD8B-7C5E-4841-B437-C4CFA438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第一课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33ED0-4901-4367-8022-5E3D594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读懂课文：建立基础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F2A38-8B98-418D-A39A-88FB20B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背景进入｜词汇扫清｜整体理解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B1299-A9BB-43EF-8DDB-1A1BB40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59988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CCB1D2-07B1-4C31-A501-BA70F44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06301-5B17-4713-AE53-2931BF7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B974E-AFCD-4F68-821D-7DD8D87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D602E-27C7-4527-98DB-E4E9D7E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导入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80646-0877-46DA-B5EE-BD21198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你有没有说过一句太真实的话？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15409-323F-4FD4-B72E-FB54BDA2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结果惹了麻烦，还是让别人开始认真思考？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E8323-6060-4143-91AA-C85BCC1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862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7B7D2-9E0B-4A70-AE35-1A354E3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05325"/>
            <a:ext cx="621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今天的关键词：说真话的代价</a:t>
            </a:r>
          </a:p>
        </p:txBody>
      </p:sp>
    </p:spTree>
    <p:extLst>
      <p:ext uri="{BB962C8B-B14F-4D97-AF65-F5344CB8AC3E}">
        <p14:creationId xmlns:p14="http://schemas.microsoft.com/office/powerpoint/2010/main" val="1132561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DBA8D-5C6E-4D04-B298-A75BDAE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97A5B-3C70-410D-AACD-CABED9DD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25B4-51D7-407A-8138-A0808C9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4169-EF63-4453-9AE4-5462929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词汇互测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BDC8-B07E-4E83-8E7B-0332852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先圈出最容易卡住的词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EACB-5ECD-421A-99AD-A2B4658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736E2-D0F4-434B-9ACE-7845D60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思想类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62D4B-F1D3-497A-B1A9-A473BC5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睿智｜启蒙｜批判｜平衡｜公正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54061-7F5F-418F-B471-452CA38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FAE59-EE67-402F-8587-9A6BED7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态度类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8898-FAA8-4D78-AC4E-AFA89F8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肃然起敬｜轻蔑｜讽刺｜嘲笑｜宽恕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B5523-CC76-4921-87C2-EE4B22B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65A6E-8853-4413-9FC5-5E571BC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压迫类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C8A73-0506-4682-8603-1AE598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专制｜暴虐｜虐待｜腐败｜污秽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6BF12-1DAB-43D2-8D35-6B57D3E8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714B0-9B7D-41FE-B057-87CD392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行动类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D8B3D-E632-450B-AB21-CA1E5DC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揭露｜呐喊｜摧毁｜战胜｜照亮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FC511-74DB-4669-A874-102EEBD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205DC-DD94-457D-8B12-A85E317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EC515-4537-4060-BEFA-528EF43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纪念｜陨落｜诅咒｜祝福｜武器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064F-96DC-433D-A7C4-09ED3D3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两人一组：会读、会解释、能放进句子里。不会的词先做标记。</a:t>
            </a:r>
          </a:p>
        </p:txBody>
      </p:sp>
    </p:spTree>
    <p:extLst>
      <p:ext uri="{BB962C8B-B14F-4D97-AF65-F5344CB8AC3E}">
        <p14:creationId xmlns:p14="http://schemas.microsoft.com/office/powerpoint/2010/main" val="2113835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80D558-1B2A-4CCA-A6C9-33FB97A7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236C4-0F25-4EF2-906D-EA989AD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6A73B-471E-46BD-B826-B59E8A3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482E2-E57F-4300-B075-4091781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朗读时抓三件事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4A96C-C7E9-42C6-B424-77384D92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伏尔泰的一生，被雨果写成了三个问题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098F7-E3AF-451D-BDA5-7E4553CF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7D881-1152-4B6A-84FB-73F81AA7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58E67-4084-4197-BB18-0676A60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336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他做了什么？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9BD7E-9909-49DB-95D5-4FBDB10A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DCCDC-FAEF-41F1-BC05-3BC2E539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523CB-08BA-4264-8CAD-2B3C5F7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他付出了什么？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62CC5-3CAA-4F52-946B-F8035566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A4652-6AC9-4B18-B826-69DCBFB0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AB288-63FE-4E64-9D94-F90FF9F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他留下了什么？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2B642-F695-4375-8CC1-A542303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1F40F-9575-4448-8FEF-A73F4ED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48275"/>
            <a:ext cx="788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边读边在课文旁标记：做法、代价、结果。</a:t>
            </a:r>
          </a:p>
        </p:txBody>
      </p:sp>
    </p:spTree>
    <p:extLst>
      <p:ext uri="{BB962C8B-B14F-4D97-AF65-F5344CB8AC3E}">
        <p14:creationId xmlns:p14="http://schemas.microsoft.com/office/powerpoint/2010/main" val="20356298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C7D51-B1C3-4223-9D41-C7E9238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3D531-29C9-42DB-ACB3-A621B7C3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2868D-3F87-4851-B78A-89C6AD2F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CB732-75E2-44D3-BDFB-509C4F75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结构图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96CC-3859-487A-83A1-08C5205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演说的三段逻辑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7305F-5332-45DD-AD48-DB47E4F2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DC8DB-8151-4BDB-AC13-9AB5DDB2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384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伏尔泰的斗争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4FC44-6158-424A-8F51-14CB21C6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3FADD-921F-4230-B1F8-A561CDA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666CC-BF03-48BE-A91D-CB8FF3D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384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斗争的意义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E883C-DCD0-4B8F-AB9E-49AFD1E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35752-97A6-44F4-BD92-AF8D9C9E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7A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9CF9D-AA76-4C16-B0E9-8212E49E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384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对后世的启示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94D78-2033-49F5-AF0B-CF5EDF9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课后：用 3 句话概括课文，每句话用 1 个本课词汇。</a:t>
            </a:r>
          </a:p>
        </p:txBody>
      </p:sp>
    </p:spTree>
    <p:extLst>
      <p:ext uri="{BB962C8B-B14F-4D97-AF65-F5344CB8AC3E}">
        <p14:creationId xmlns:p14="http://schemas.microsoft.com/office/powerpoint/2010/main" val="13066694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D75B8-DCD3-4502-A550-4D2C7B7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2D6C9-3035-4A06-A0BB-EB49201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C7CA4-84F6-4CCD-8744-EBED660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E5036-3299-4525-92E3-76A8792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第二课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260CE-22BB-48C0-9EC3-51104736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读深课文：语言与修辞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55679-80DE-4083-8B35-7EA39EC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词汇深化｜文本细读｜读出演说气势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DDE67-B22E-4C58-8277-3530ED8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8294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08D89-4AB4-428F-B001-1C10305F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61DA0-7B82-407A-A690-E1B51AA2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725D2-2C5B-4ED5-8380-5143EDD2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ABFE5-C60A-46E0-AE15-5CC3152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词汇小测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2DF92-0394-46EF-BE0F-7F52AED3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10 个高频难词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5F866-6479-4842-9DE0-2849EFB3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5C910-6E21-418B-90EE-B54B6A1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睿智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47D43-A694-4B36-A323-BE271F5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6203B-F8A4-4F1E-BB33-3C909735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肃然起敬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6790A-E354-472E-ADE6-4695F03F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A8A87-21AF-41F1-A48F-382EF05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轻蔑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DA5F7-5EAE-493C-9F3C-E2F9121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8A6D0-A709-4AF3-A8E4-1347EFD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讽刺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F30B7-C1CD-4EBA-842F-F7912D3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099E5-754C-48FB-81E4-9175177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暴虐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1CA44-2D54-4016-8069-B9D51C6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57EED-625A-4AFF-8060-371099E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启蒙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395B9-8197-4271-AB8A-EC9727AA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B7A3C-545D-49CD-B0B8-920EA8EF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诅咒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45034-2592-499E-B232-61D9E2D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30321-0B53-49E7-8AED-FD0F434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呐喊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7C170-32F3-40A3-8A6A-E199194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C3854-D852-45E4-8796-9B96B91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虐待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1E41B-2096-48F7-8188-031B9AAD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02BFE-CCC3-49F3-A439-B23EC50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嘲笑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F2663-DE38-48F8-AEFC-752C650F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写完互批：错字圈出，旁边写一次正确字形。</a:t>
            </a:r>
          </a:p>
        </p:txBody>
      </p:sp>
    </p:spTree>
    <p:extLst>
      <p:ext uri="{BB962C8B-B14F-4D97-AF65-F5344CB8AC3E}">
        <p14:creationId xmlns:p14="http://schemas.microsoft.com/office/powerpoint/2010/main" val="11792475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D5DB4-7BC1-4DC4-80D7-FAB5F0E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1F22-2818-4780-AAEA-E3BEF1F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6A410-2B69-40D5-90EC-89F8667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0E557-E05A-4BBE-9EA2-65BEE1D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修辞分析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3C1E9-EB18-4381-BDB8-D885112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雨果为什么不只说“伏尔泰很伟大”？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F1EC-7B02-405C-8C65-2A1B08F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6894D-F7DB-432D-8DA9-05C91EB3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排比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E79BF-1D45-48C6-AB06-DE470CDD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让情感一层层推进，形成演说的节奏。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CE32-D14B-4F92-8121-3A959ED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AFA5-981E-49BD-8ECB-5C4DD40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对比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A0A17-FA9B-479E-A88E-CEC30FE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把强者与弱者、黑暗与光明放在一起看。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D1B7B-5C3C-4C33-9A3E-68F28B38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925EF-C479-4920-A7EB-FC10F59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反问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A4828-C610-4979-98FF-11802A73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逼听众思考，让观点更有冲击力。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554E3-4913-442D-A1C6-184238E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结论：修辞不是装饰，而是让观点更容易被听见。</a:t>
            </a:r>
          </a:p>
        </p:txBody>
      </p:sp>
    </p:spTree>
    <p:extLst>
      <p:ext uri="{BB962C8B-B14F-4D97-AF65-F5344CB8AC3E}">
        <p14:creationId xmlns:p14="http://schemas.microsoft.com/office/powerpoint/2010/main" val="8222397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D241D-59F7-4BB9-BD33-F91223F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2F2D-1DE5-4051-A513-F48DB307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DAF0C-53AD-43C9-BCED-98C58B4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526A9-480A-4B86-8A16-203128D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文体比较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B36F2-418D-4331-A8D4-76DBD0C1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演说和普通议论文有什么不同？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2BC90-0BF0-42D2-864B-EE32B159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602C5-8530-48A7-A16B-845B36A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演说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444C6-21A8-4A09-8BAE-8EC2D3A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面对听众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情感更强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句式更有节奏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适合朗读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7C1E0-D70F-4DF8-842E-E398A6E2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26E3E-6B96-444E-9662-AE0B56E6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普通议论文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F66C5-5766-4630-A602-9069827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面对读者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论证更稳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句式更平实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适合细读</a:t>
            </a:r>
          </a:p>
        </p:txBody>
      </p:sp>
    </p:spTree>
    <p:extLst>
      <p:ext uri="{BB962C8B-B14F-4D97-AF65-F5344CB8AC3E}">
        <p14:creationId xmlns:p14="http://schemas.microsoft.com/office/powerpoint/2010/main" val="11930717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982B5-B736-4027-9D96-43DF44A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127AD-E96B-4D34-B90B-A6DCEAE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E059-47FA-441E-B52F-D295957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8CC15-21D4-44D2-8A64-DC450EE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小组朗读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78E7-AE5C-41B3-A0CC-23976996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读出演说的气势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6B85-DFC2-43DB-8ABF-18B22A7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4C9A-8309-4BD5-9BFE-3383157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424EF-5F26-474A-946A-54B5E3F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383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选一段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A52D3-8F27-4D0F-B624-78A22AC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6E826-B3BD-4825-B1A8-BBACFEA3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6CEE-5F0D-42C5-82D8-B5DC4FE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622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分配朗读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DA7EE-2DDA-490D-85ED-F8EDBEE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765CA-086E-4D87-A3D9-19F1D92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7F855-AA89-43CB-95A1-227DBEE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处理重音与停顿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0DEC5-0044-4217-B83E-D6401B3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63B14-8EE5-4AEB-872B-80BBB905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EC946-4862-4DDE-91AB-515D928E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100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全班投票：哪组最有力量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C397E-8C78-437E-BC46-1C2672E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课后：抄出最有力量的一句话，再解释两句。</a:t>
            </a:r>
          </a:p>
        </p:txBody>
      </p:sp>
    </p:spTree>
    <p:extLst>
      <p:ext uri="{BB962C8B-B14F-4D97-AF65-F5344CB8AC3E}">
        <p14:creationId xmlns:p14="http://schemas.microsoft.com/office/powerpoint/2010/main" val="635392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DB567-1D9F-4E47-8333-E381919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00A07-6AFB-4546-A7C7-14CC1AE5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17C6A-6336-40FF-8D50-6000CF2E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8AC4C-2FC1-4D70-A3B7-C462B1AB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第三课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7E55-A725-4C19-A563-0760833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议论文结构训练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B5501-1173-484F-9C69-DE481BC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拆解范本｜仿写段落｜同伴互评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9B05C-C0F6-48E6-888A-44AC836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06150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88F4E-5701-4CBA-85F2-EF1D6E7F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F84F2-BAE3-40DF-A606-3A296BD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F02B-F4CA-431B-A9DC-872BFFF7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D2BF-BE6D-48FE-920A-3A31DAC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写作框架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44F95-9198-4105-885B-C2CEDD7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一段有力量的议论，通常有三层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0F857-1382-4883-97B7-988A0EE6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82FF5-3F61-4098-9732-2D8B226B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FDAA0-E10A-4078-8F80-DDC527FB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我想证明什么？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A6335-4F35-4FFF-9C24-D14EEC9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4FD8D-F8F0-40FC-A3E7-FEE2C3C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40C55-3EA1-41D2-8926-7D5C2E7C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我凭什么这样说？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B9DBF-8C51-43C3-A216-6AE3D57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B4707-4EF1-4C66-B61A-0D5000F4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8B03B-FF37-44F3-9088-0E50BC0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这个例子怎样支持观点？</a:t>
            </a:r>
          </a:p>
        </p:txBody>
      </p:sp>
    </p:spTree>
    <p:extLst>
      <p:ext uri="{BB962C8B-B14F-4D97-AF65-F5344CB8AC3E}">
        <p14:creationId xmlns:p14="http://schemas.microsoft.com/office/powerpoint/2010/main" val="17784259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95260-68E5-45A1-9C37-5D00B71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BC40E-0EF0-428E-90AB-B6F2B10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D283D-48F7-481F-8CC2-8209E0A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BAAB6-B899-438B-AF5C-EA4299A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课文拆解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20078-DF95-4162-BDB6-C6504FF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雨果怎样证明伏尔泰代表人类良知？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78FEF-92A0-467D-B774-C626E73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63004-842D-4DB6-A4CA-58F636F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中心论点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C76E1-FF39-4850-AF7B-8044CFC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526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EF94A-956F-449A-8E7C-F1B6645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伏尔泰代表思想自由与人类良知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67A0-2BD6-4CDE-9538-D1E20137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46DD2-619C-46E2-947A-F6EA593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论据一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0C61B-4C20-4464-B023-B7CCB2F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E69BD-6E1C-45C2-86E7-CF1A5D70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他用笔揭露专制、迷信和不公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C0CE7-9D29-477D-82D6-73157E61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7FFFA-0F92-4CEA-9345-C88C997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论据二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68206-16E3-4801-B7F7-79413C1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A6B20-03E6-4823-A6A5-2B12561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他站在弱者一边，对强权保持轻蔑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51758-8E6A-465A-BBCE-A8136CD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8909A-C6FA-4D24-8187-373EB900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2E1CF-0A11-4D58-8AFF-6C6AFC00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45459-07FE-471D-A1F5-F8E6190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他的精神照亮后世</a:t>
            </a:r>
          </a:p>
        </p:txBody>
      </p:sp>
    </p:spTree>
    <p:extLst>
      <p:ext uri="{BB962C8B-B14F-4D97-AF65-F5344CB8AC3E}">
        <p14:creationId xmlns:p14="http://schemas.microsoft.com/office/powerpoint/2010/main" val="2655740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EF0CE-C62E-4509-9899-828A1D9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B8031-4DF9-4A6E-AED6-FE623CE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B1216-C3A8-482B-B7D6-BCE665CA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71A76-6A0C-42EA-9AC9-5AB842B5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课堂仿写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DD06-B31B-4AE6-A207-6783DE4C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一个敢说真话的人，对社会有什么价值？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8346-784A-4C97-A6B5-CB91A6D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0DF9-30C9-44BC-BBC6-2A15CBEB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861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请写一段议论段落，不写故事梗概，要表达判断。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2D16F-F012-41FE-9A50-718054F7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2FE12-4C08-4651-8277-DD36866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4FA56-4FB7-4CDC-9B8E-7CACC9C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150 字左右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30F9E-2613-4C6B-A4B7-19E733CA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1D87F-F654-4956-B4FB-E50EFAE1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2E7E4-2B8D-4812-97D8-996DF4A4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必须有清楚论点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E99BD-725C-4AE0-B597-771FCB2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AC9AB-94E1-480C-AB6E-213DFE1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29DEA-6F5F-4B65-A39B-AA1008A7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8155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至少 1 个具体例子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97CD3-1B81-4223-ADEA-5F741E1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A9B04-CABE-4D0C-AD40-18844AA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FA11C-F8F9-490A-8697-A6F806C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至少用 3 个本课词汇</a:t>
            </a:r>
          </a:p>
        </p:txBody>
      </p:sp>
    </p:spTree>
    <p:extLst>
      <p:ext uri="{BB962C8B-B14F-4D97-AF65-F5344CB8AC3E}">
        <p14:creationId xmlns:p14="http://schemas.microsoft.com/office/powerpoint/2010/main" val="17438794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289CA9-C29A-495B-8ECE-EBB3093B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54FAE-3BA3-4F3B-B73F-23E068D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B086A-0C86-48AA-BEE6-27274A3B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412D-F644-405E-B9C1-21E8867D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同伴互评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71B9-1BC4-4D27-847D-1750B741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交换看一看：你的观点站得住吗？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B9A79-CD84-4EDB-8353-54AC79C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5A503-AE53-4DDF-B607-2BA894A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7A077-A842-43BB-884C-951714C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论点清楚吗？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EB9FC-D9F8-4E9C-B3A6-B43CDA96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FDE30-0CA1-49DF-8CFE-B2721784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D4D0C-413D-489A-B54B-DF01FE2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论据能支撑论点吗？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D35B0-FED9-49B3-A7A6-982CA801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29F21-F37B-4605-B550-BF65F4D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B43E5-91A0-41FD-8B40-DAF84CE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词语使用准确吗？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12382-356F-4F18-871E-29751C7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课后：扩展成 300 字完整议论文初稿。</a:t>
            </a:r>
          </a:p>
        </p:txBody>
      </p:sp>
    </p:spTree>
    <p:extLst>
      <p:ext uri="{BB962C8B-B14F-4D97-AF65-F5344CB8AC3E}">
        <p14:creationId xmlns:p14="http://schemas.microsoft.com/office/powerpoint/2010/main" val="1453194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CB8EFD-6EFD-464A-916C-E3E0644B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B10DB-CADB-4586-A3A4-DD9DEC6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C28A7-2AC3-4620-BCE2-F75622B3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01D0A-FD4A-4EE9-A717-166DA4B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第四课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DA275-AB12-4C93-A020-FCC52AAB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现实连接：批判性思维与反思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C06C2-9854-4286-9E92-C5C962C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联系今天｜表达立场｜写出真实判断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4E33F-9859-4EBB-96ED-EF04FAD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313419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7C075-0C8B-4656-86A4-BC2307AB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9A140-D5E9-4D67-82D6-BDF5B673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37F-4A09-40DA-8521-C268F36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370A-D0B2-4DFE-B181-202A620F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立场选择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80632-298D-4B36-9D13-52350B29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如果你在现场，你会怎么做？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EFC45-9D44-43B6-84A6-F36EA07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16085-0EB8-4301-B4A5-C1A87BC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情境一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EA755-0557-4719-93D0-222CA51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386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同学指出考试制度不公平，但大家都不敢附和。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67803-5343-40EA-A258-72046C5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95B07-957A-44B4-A966-A91BC15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03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情境二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58D0D-0E5B-412F-98F1-17C8065E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386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社交媒体上一个观点很流行，但你认为它是错的。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8E717-6A2D-4466-96D2-2586953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先选立场，再说理由：支持、沉默、私下提醒、公开反驳？</a:t>
            </a:r>
          </a:p>
        </p:txBody>
      </p:sp>
    </p:spTree>
    <p:extLst>
      <p:ext uri="{BB962C8B-B14F-4D97-AF65-F5344CB8AC3E}">
        <p14:creationId xmlns:p14="http://schemas.microsoft.com/office/powerpoint/2010/main" val="282089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4EF56-D848-4237-A3A6-3ADC281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4153E-F41B-476B-B4BF-FA1A8DFB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F6AB2-31BE-41ED-BEE6-E28651EE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CBF5E-35F3-4422-AE5A-4C725702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主题深化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DAA8A-0E4C-4BE4-B5D5-A4C21FF7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今天的“启蒙”可能是什么？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8F90F-FA49-4DEC-AA27-8F3D80C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286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39B22-AA72-46C1-8B1C-A7C5523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信息素养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58AC-6514-452B-860F-2C2D5CF9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7A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B6D2C-A540-424F-B2AE-26A6DE3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批判性思维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AD0CF-A919-4604-B7A9-4D7AA63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75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E166E-1549-46D6-879E-C81F1BB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走出信息茧房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67F4D-C572-437D-B47F-BE66BAB1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29590-8077-473D-8197-8997C03B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拒绝网络暴力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F707E-0157-48BB-87F4-D0D1B37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47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FB318-50C9-4F0D-A986-764B7AB3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不盲从权威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AF4A9-B352-40BC-A02F-EF01A16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讨论时请尽量使用：启蒙、批判、权威、专制、照亮。</a:t>
            </a:r>
          </a:p>
        </p:txBody>
      </p:sp>
    </p:spTree>
    <p:extLst>
      <p:ext uri="{BB962C8B-B14F-4D97-AF65-F5344CB8AC3E}">
        <p14:creationId xmlns:p14="http://schemas.microsoft.com/office/powerpoint/2010/main" val="52365390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2C55A-E1EA-4814-B235-6D1057B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F1A7-E954-4380-BA4F-AEFEFFF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E527-EC4A-42FF-A6CB-25330B43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C245-08CE-4B64-952A-A1D1C85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相同与不同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20AB3-787C-4C9F-A80F-2958713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说真话的代价：18 世纪与今天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6B922-FD5E-4BA2-8CF7-35E16E96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AF33-C673-4F90-A202-B38C1EBD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可能相同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7374E-1BFC-4D04-A923-3022880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会被嘲笑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会得罪人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会承受压力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B97E2-DC4F-4A37-8DB8-2257D40B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227DE-2B8F-40F7-88B7-F5DA0A1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可能不同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3AFB4-A444-4570-9CD7-3E112382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传播速度更快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身份更复杂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舆论更容易放大</a:t>
            </a:r>
          </a:p>
        </p:txBody>
      </p:sp>
    </p:spTree>
    <p:extLst>
      <p:ext uri="{BB962C8B-B14F-4D97-AF65-F5344CB8AC3E}">
        <p14:creationId xmlns:p14="http://schemas.microsoft.com/office/powerpoint/2010/main" val="13679865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7CF7A-C0C8-45A2-A3CC-CF541B6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22BCA-4206-4233-89D1-EE91D80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C102B-6630-47AF-97F9-3EFD029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EC6A-9B5F-4784-93D9-6BFC6C6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个人反思写作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DCC9-D33D-4BAB-93C5-0BC7C1F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如果你是伏尔泰，你愿意付出这些代价吗？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492DA-2EA7-47AD-8C27-C1556F98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895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DA1F6-BF86-41E1-BE22-61ABBF82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479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不要只写“愿意”或“不愿意”。请写出你的真实顾虑、价值判断和理由。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2AAFC-4CB3-4A27-88A2-61E66427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句式参考：我愿意／不愿意，因为我担心……但我认为……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68337-2772-47DA-9F5C-780FA6EF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课堂分享：没有标准答案，重要的是思考过程。</a:t>
            </a:r>
          </a:p>
        </p:txBody>
      </p:sp>
    </p:spTree>
    <p:extLst>
      <p:ext uri="{BB962C8B-B14F-4D97-AF65-F5344CB8AC3E}">
        <p14:creationId xmlns:p14="http://schemas.microsoft.com/office/powerpoint/2010/main" val="149981931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098E2-DEE6-47F3-841A-76C94B8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7346D-413F-4EFB-A782-D16AF844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923D6-9668-4EA6-8833-7C19486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2451C-1804-4227-8A03-7094D37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第五课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26C21-5EB3-4A8E-B3D4-5E9D7DA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测试、定稿与单元总结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94ABE-C406-4B80-92AA-3D50ABC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词汇考核｜写作修改｜总结收获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FD813-DE76-4B8F-9861-1AA2AEB9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8895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3F418-4C3F-4A48-A84E-D6607B78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88594-026D-4503-BEF8-0245D13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26F9A-7D2E-48EB-8CFC-C846E7E2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95CAE-60E6-43E4-A7EE-99560FEF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词语填空测试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5F70B-25AC-4ED2-A25F-AD6B5160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先看句意，再看拼音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2611-6C51-4A7C-80BC-0872C858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CE844-1C34-4BEC-A5AD-114AB39E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EBD28-63D3-4238-81D5-2D792F90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不要照词库顺序抄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C7604-11D1-4AE3-8B59-CFA1B2B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42D99-E02C-4434-BFDB-2C1B83A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F1F6B-2132-498A-834E-A12CF5A9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0035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四字词语必须写完整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76B23-D79F-4EFB-87DD-0C3B6A8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66F35-F2BD-4EF4-8F40-4F4A47BE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0F131-58F2-4DB0-886C-92E942A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只写拼音不得分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8516A-3EC1-428A-96B0-905966B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EFC00-1B23-4C79-80AE-ECD33BC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DB34C-A507-4ED8-B7FD-2DB7E6B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1005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不确定时回到课文语境判断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06B8D-9C3F-4E8C-B1DD-63FB7C0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目标：考理解，不是考机械背诵。</a:t>
            </a:r>
          </a:p>
        </p:txBody>
      </p:sp>
    </p:spTree>
    <p:extLst>
      <p:ext uri="{BB962C8B-B14F-4D97-AF65-F5344CB8AC3E}">
        <p14:creationId xmlns:p14="http://schemas.microsoft.com/office/powerpoint/2010/main" val="104392006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63EAC-9C26-4CEF-9CAF-DC50F2DF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23F6D-6840-45F2-A1CF-3229DEF3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5355F-E98B-47E3-9AF4-CF0818F6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5FDF3-EFAF-4128-9E44-30F4B85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写作定稿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44A8E-8875-4E09-8837-E68C519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最后一次修改：让文章有自己的声音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375A9-518B-45BE-9745-1CAA719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DBC6C-A8AE-472F-80C2-7261758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731E-0D7A-4F42-B1F1-64E20F1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论点清晰吗？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12FBA-D14C-4713-9062-19C2F95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1C7E0-6499-451B-8D14-3637C88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4E05D-845A-4CA0-B570-F3C7581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论据有说服力吗？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C40A2-064A-4010-BC7A-0AF47746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B52EE-34EE-4D78-906B-61A663C4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6C6B5-3D3C-43B6-8AEE-78CE418A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有没有自己的现实观察？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D5754-A8A0-46A3-BC78-8B33D340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根据同伴反馈修改后，提交最终版。</a:t>
            </a:r>
          </a:p>
        </p:txBody>
      </p:sp>
    </p:spTree>
    <p:extLst>
      <p:ext uri="{BB962C8B-B14F-4D97-AF65-F5344CB8AC3E}">
        <p14:creationId xmlns:p14="http://schemas.microsoft.com/office/powerpoint/2010/main" val="161448235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4D4CC-8459-41A5-B9E0-23AD6FB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B2EE9-8EC1-456B-B0DF-6EB7FDF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3C2A-83D2-4159-85E7-415A4072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02DC6-E9FE-40D6-9339-08C6E0C4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单元总结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F801F-BB02-4A5E-BB21-53A2EEB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语言可以成为一种力量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60B0C-BD7B-43C3-94FF-8DC3B7A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它能揭露黑暗。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54BC8-3F0E-4C3E-8C8D-504ED233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它能照亮真理。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A0A8-1D23-4FCD-94F0-E8E8504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433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它也要求说话者承担代价。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BEC77-4CDF-4BC3-918A-1025CCBC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4A43F-C97C-43E1-9277-336BC34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788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读完这篇课文，我重新思考了______。</a:t>
            </a:r>
          </a:p>
        </p:txBody>
      </p:sp>
    </p:spTree>
    <p:extLst>
      <p:ext uri="{BB962C8B-B14F-4D97-AF65-F5344CB8AC3E}">
        <p14:creationId xmlns:p14="http://schemas.microsoft.com/office/powerpoint/2010/main" val="60476593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A9066-CE5C-403F-95A4-1A44004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E6246-BCB9-4519-9CED-EE6371F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2C6A4-1E3F-4B1B-B1FE-4778EAC6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愿你拥有清醒的判断，也拥有表达的勇气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41471-6AFC-4850-A442-8934BC3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6DEE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6DEE8"/>
                </a:solidFill>
                <a:latin typeface="PingFang SC"/>
                <a:ea typeface="PingFang SC"/>
                <a:cs typeface="PingFang SC"/>
              </a:rPr>
              <a:t>课文3学习完成</a:t>
            </a:r>
          </a:p>
        </p:txBody>
      </p:sp>
    </p:spTree>
    <p:extLst>
      <p:ext uri="{BB962C8B-B14F-4D97-AF65-F5344CB8AC3E}">
        <p14:creationId xmlns:p14="http://schemas.microsoft.com/office/powerpoint/2010/main" val="1610464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2026-05-13T16:00:24.8940000Z</dcterms:created>
  <dcterms:modified xsi:type="dcterms:W3CDTF">2026-05-13T16:00:24.8940000Z</dcterms:modified>
</coreProperties>
</file>